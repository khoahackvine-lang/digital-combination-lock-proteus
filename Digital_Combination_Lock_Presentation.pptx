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aleway SemiBold"/>
      <p:regular r:id="rId33"/>
      <p:bold r:id="rId34"/>
      <p:italic r:id="rId35"/>
      <p:boldItalic r:id="rId36"/>
    </p:embeddedFont>
    <p:embeddedFont>
      <p:font typeface="Raleway"/>
      <p:regular r:id="rId37"/>
      <p:bold r:id="rId38"/>
      <p:italic r:id="rId39"/>
      <p:boldItalic r:id="rId40"/>
    </p:embeddedFont>
    <p:embeddedFont>
      <p:font typeface="Raleway ExtraBold"/>
      <p:bold r:id="rId41"/>
      <p:boldItalic r:id="rId42"/>
    </p:embeddedFont>
    <p:embeddedFont>
      <p:font typeface="Anaheim"/>
      <p:regular r:id="rId43"/>
      <p:bold r:id="rId44"/>
    </p:embeddedFont>
    <p:embeddedFont>
      <p:font typeface="Bebas Neue"/>
      <p:regular r:id="rId45"/>
    </p:embeddedFont>
    <p:embeddedFont>
      <p:font typeface="Raleway Black"/>
      <p:bold r:id="rId46"/>
      <p:boldItalic r:id="rId47"/>
    </p:embeddedFont>
    <p:embeddedFont>
      <p:font typeface="Raleway Medium"/>
      <p:regular r:id="rId48"/>
      <p:bold r:id="rId49"/>
      <p:italic r:id="rId50"/>
      <p:boldItalic r:id="rId51"/>
    </p:embeddedFont>
    <p:embeddedFont>
      <p:font typeface="Open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85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85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Italic.fntdata"/><Relationship Id="rId42" Type="http://schemas.openxmlformats.org/officeDocument/2006/relationships/font" Target="fonts/RalewayExtraBold-boldItalic.fntdata"/><Relationship Id="rId41" Type="http://schemas.openxmlformats.org/officeDocument/2006/relationships/font" Target="fonts/RalewayExtraBold-bold.fntdata"/><Relationship Id="rId44" Type="http://schemas.openxmlformats.org/officeDocument/2006/relationships/font" Target="fonts/Anaheim-bold.fntdata"/><Relationship Id="rId43" Type="http://schemas.openxmlformats.org/officeDocument/2006/relationships/font" Target="fonts/Anaheim-regular.fntdata"/><Relationship Id="rId46" Type="http://schemas.openxmlformats.org/officeDocument/2006/relationships/font" Target="fonts/RalewayBlack-bold.fntdata"/><Relationship Id="rId45" Type="http://schemas.openxmlformats.org/officeDocument/2006/relationships/font" Target="fonts/BebasNeu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alewayMedium-regular.fntdata"/><Relationship Id="rId47" Type="http://schemas.openxmlformats.org/officeDocument/2006/relationships/font" Target="fonts/RalewayBlack-boldItalic.fntdata"/><Relationship Id="rId49" Type="http://schemas.openxmlformats.org/officeDocument/2006/relationships/font" Target="fonts/Raleway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RalewaySemiBold-regular.fntdata"/><Relationship Id="rId32" Type="http://schemas.openxmlformats.org/officeDocument/2006/relationships/slide" Target="slides/slide26.xml"/><Relationship Id="rId35" Type="http://schemas.openxmlformats.org/officeDocument/2006/relationships/font" Target="fonts/RalewaySemiBold-italic.fntdata"/><Relationship Id="rId34" Type="http://schemas.openxmlformats.org/officeDocument/2006/relationships/font" Target="fonts/RalewaySemiBold-bold.fntdata"/><Relationship Id="rId37" Type="http://schemas.openxmlformats.org/officeDocument/2006/relationships/font" Target="fonts/Raleway-regular.fntdata"/><Relationship Id="rId36" Type="http://schemas.openxmlformats.org/officeDocument/2006/relationships/font" Target="fonts/RalewaySemiBold-boldItalic.fntdata"/><Relationship Id="rId39" Type="http://schemas.openxmlformats.org/officeDocument/2006/relationships/font" Target="fonts/Raleway-italic.fntdata"/><Relationship Id="rId38" Type="http://schemas.openxmlformats.org/officeDocument/2006/relationships/font" Target="fonts/Raleway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alewayMedium-boldItalic.fntdata"/><Relationship Id="rId50" Type="http://schemas.openxmlformats.org/officeDocument/2006/relationships/font" Target="fonts/RalewayMedium-italic.fntdata"/><Relationship Id="rId53" Type="http://schemas.openxmlformats.org/officeDocument/2006/relationships/font" Target="fonts/OpenSans-bold.fntdata"/><Relationship Id="rId52" Type="http://schemas.openxmlformats.org/officeDocument/2006/relationships/font" Target="fonts/OpenSans-regular.fntdata"/><Relationship Id="rId11" Type="http://schemas.openxmlformats.org/officeDocument/2006/relationships/slide" Target="slides/slide5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54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5337d243c5_5_1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5337d243c5_5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5337d243c5_5_2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g35337d243c5_5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5337d243c5_5_3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g35337d243c5_5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5337d243c5_5_3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g35337d243c5_5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5337d243c5_5_3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g35337d243c5_5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5337d243c5_1_8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5337d243c5_1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5337d243c5_1_2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g35337d243c5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5337d243c5_1_3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g35337d243c5_1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5337d243c5_1_6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g35337d243c5_1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5337d243c5_1_4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g35337d243c5_1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5337d243c5_1_7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g35337d243c5_1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52c6e36398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g352c6e3639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5337d243c5_7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5337d243c5_7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52c6e3639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52c6e3639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52d0230e7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52d0230e7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5337d243c5_7_2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5337d243c5_7_2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5337d243c5_7_3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5337d243c5_7_3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5337d243c5_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5337d243c5_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5337d243c5_7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35337d243c5_7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5337d243c5_7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35337d243c5_7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5337d243c5_7_2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35337d243c5_7_2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 flipH="1">
            <a:off x="791307" y="2616238"/>
            <a:ext cx="44622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" name="Google Shape;10;p2"/>
          <p:cNvSpPr txBox="1"/>
          <p:nvPr>
            <p:ph idx="2" type="title"/>
          </p:nvPr>
        </p:nvSpPr>
        <p:spPr>
          <a:xfrm flipH="1">
            <a:off x="791300" y="639775"/>
            <a:ext cx="20709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 flipH="1">
            <a:off x="791307" y="4073525"/>
            <a:ext cx="4462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" name="Google Shape;13;p2"/>
          <p:cNvGrpSpPr/>
          <p:nvPr/>
        </p:nvGrpSpPr>
        <p:grpSpPr>
          <a:xfrm rot="5400000">
            <a:off x="3212645" y="-1685309"/>
            <a:ext cx="3589973" cy="1044767"/>
            <a:chOff x="-2333670" y="-733424"/>
            <a:chExt cx="4762500" cy="1386000"/>
          </a:xfrm>
        </p:grpSpPr>
        <p:sp>
          <p:nvSpPr>
            <p:cNvPr id="14" name="Google Shape;14;p2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 rot="10800000">
            <a:off x="-1155617" y="4741241"/>
            <a:ext cx="3589973" cy="1044767"/>
            <a:chOff x="-2333670" y="-733424"/>
            <a:chExt cx="4762500" cy="1386000"/>
          </a:xfrm>
        </p:grpSpPr>
        <p:sp>
          <p:nvSpPr>
            <p:cNvPr id="19" name="Google Shape;19;p2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 flipH="1" rot="10800000">
            <a:off x="-3022375" y="154316"/>
            <a:ext cx="3589973" cy="1044767"/>
            <a:chOff x="-2333670" y="-733424"/>
            <a:chExt cx="4762500" cy="1386000"/>
          </a:xfrm>
        </p:grpSpPr>
        <p:sp>
          <p:nvSpPr>
            <p:cNvPr id="25" name="Google Shape;25;p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3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 txBox="1"/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idx="1" type="body"/>
          </p:nvPr>
        </p:nvSpPr>
        <p:spPr>
          <a:xfrm>
            <a:off x="2517000" y="1781125"/>
            <a:ext cx="4110000" cy="2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" name="Google Shape;34;p4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" name="Google Shape;36;p4"/>
          <p:cNvGrpSpPr/>
          <p:nvPr/>
        </p:nvGrpSpPr>
        <p:grpSpPr>
          <a:xfrm flipH="1" rot="10800000">
            <a:off x="2777014" y="4684691"/>
            <a:ext cx="3589973" cy="1044767"/>
            <a:chOff x="-2333670" y="-733424"/>
            <a:chExt cx="4762500" cy="1386000"/>
          </a:xfrm>
        </p:grpSpPr>
        <p:sp>
          <p:nvSpPr>
            <p:cNvPr id="37" name="Google Shape;37;p4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" name="Google Shape;41;p4"/>
          <p:cNvGrpSpPr/>
          <p:nvPr/>
        </p:nvGrpSpPr>
        <p:grpSpPr>
          <a:xfrm rot="5400000">
            <a:off x="-1674992" y="-1285259"/>
            <a:ext cx="3589973" cy="1044767"/>
            <a:chOff x="-2333670" y="-733424"/>
            <a:chExt cx="4762500" cy="1386000"/>
          </a:xfrm>
        </p:grpSpPr>
        <p:sp>
          <p:nvSpPr>
            <p:cNvPr id="42" name="Google Shape;42;p4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3_1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5"/>
          <p:cNvGrpSpPr/>
          <p:nvPr/>
        </p:nvGrpSpPr>
        <p:grpSpPr>
          <a:xfrm flipH="1" rot="-5400000">
            <a:off x="7396461" y="-1285259"/>
            <a:ext cx="3589973" cy="1044767"/>
            <a:chOff x="-2333670" y="-733424"/>
            <a:chExt cx="4762500" cy="1386000"/>
          </a:xfrm>
        </p:grpSpPr>
        <p:sp>
          <p:nvSpPr>
            <p:cNvPr id="48" name="Google Shape;48;p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p5"/>
          <p:cNvGrpSpPr/>
          <p:nvPr/>
        </p:nvGrpSpPr>
        <p:grpSpPr>
          <a:xfrm flipH="1" rot="10800000">
            <a:off x="-3012239" y="372341"/>
            <a:ext cx="3589973" cy="1044767"/>
            <a:chOff x="-2333670" y="-733424"/>
            <a:chExt cx="4762500" cy="1386000"/>
          </a:xfrm>
        </p:grpSpPr>
        <p:sp>
          <p:nvSpPr>
            <p:cNvPr id="53" name="Google Shape;53;p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5"/>
          <p:cNvSpPr/>
          <p:nvPr/>
        </p:nvSpPr>
        <p:spPr>
          <a:xfrm flipH="1" rot="-5400000">
            <a:off x="4431791" y="416400"/>
            <a:ext cx="291300" cy="9162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 txBox="1"/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7"/>
          <p:cNvGrpSpPr/>
          <p:nvPr/>
        </p:nvGrpSpPr>
        <p:grpSpPr>
          <a:xfrm rot="5400000">
            <a:off x="-1827392" y="-1285259"/>
            <a:ext cx="3589973" cy="1044767"/>
            <a:chOff x="-2333670" y="-733424"/>
            <a:chExt cx="4762500" cy="1386000"/>
          </a:xfrm>
        </p:grpSpPr>
        <p:sp>
          <p:nvSpPr>
            <p:cNvPr id="62" name="Google Shape;62;p7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7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66;p7"/>
          <p:cNvGrpSpPr/>
          <p:nvPr/>
        </p:nvGrpSpPr>
        <p:grpSpPr>
          <a:xfrm rot="10800000">
            <a:off x="8581308" y="372341"/>
            <a:ext cx="3589973" cy="1044767"/>
            <a:chOff x="-2333670" y="-733424"/>
            <a:chExt cx="4762500" cy="1386000"/>
          </a:xfrm>
        </p:grpSpPr>
        <p:sp>
          <p:nvSpPr>
            <p:cNvPr id="67" name="Google Shape;67;p7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7"/>
          <p:cNvSpPr/>
          <p:nvPr/>
        </p:nvSpPr>
        <p:spPr>
          <a:xfrm rot="5400000">
            <a:off x="4435950" y="416400"/>
            <a:ext cx="291300" cy="9162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" name="Google Shape;75;p8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76" name="Google Shape;76;p8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9"/>
          <p:cNvGrpSpPr/>
          <p:nvPr/>
        </p:nvGrpSpPr>
        <p:grpSpPr>
          <a:xfrm rot="5400000">
            <a:off x="-1827392" y="-1285259"/>
            <a:ext cx="3589973" cy="1044767"/>
            <a:chOff x="-2333670" y="-733424"/>
            <a:chExt cx="4762500" cy="1386000"/>
          </a:xfrm>
        </p:grpSpPr>
        <p:sp>
          <p:nvSpPr>
            <p:cNvPr id="83" name="Google Shape;83;p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BLANK_1_1_1_1_1_1_1_1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/>
          <p:nvPr/>
        </p:nvSpPr>
        <p:spPr>
          <a:xfrm flipH="1">
            <a:off x="-21389" y="0"/>
            <a:ext cx="2913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10"/>
          <p:cNvGrpSpPr/>
          <p:nvPr/>
        </p:nvGrpSpPr>
        <p:grpSpPr>
          <a:xfrm flipH="1" rot="-5400000">
            <a:off x="7360030" y="-1285259"/>
            <a:ext cx="3589973" cy="1044767"/>
            <a:chOff x="-2333670" y="-733424"/>
            <a:chExt cx="4762500" cy="1386000"/>
          </a:xfrm>
        </p:grpSpPr>
        <p:sp>
          <p:nvSpPr>
            <p:cNvPr id="90" name="Google Shape;90;p10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0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0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0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 txBox="1"/>
          <p:nvPr>
            <p:ph type="title"/>
          </p:nvPr>
        </p:nvSpPr>
        <p:spPr>
          <a:xfrm>
            <a:off x="3892916" y="2582250"/>
            <a:ext cx="4462200" cy="14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11"/>
          <p:cNvSpPr txBox="1"/>
          <p:nvPr>
            <p:ph hasCustomPrompt="1" idx="2" type="title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11"/>
          <p:cNvSpPr txBox="1"/>
          <p:nvPr>
            <p:ph idx="1" type="subTitle"/>
          </p:nvPr>
        </p:nvSpPr>
        <p:spPr>
          <a:xfrm>
            <a:off x="3892916" y="4073525"/>
            <a:ext cx="4462200" cy="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99" name="Google Shape;99;p11"/>
          <p:cNvGrpSpPr/>
          <p:nvPr/>
        </p:nvGrpSpPr>
        <p:grpSpPr>
          <a:xfrm flipH="1" rot="-5400000">
            <a:off x="2343805" y="-1685309"/>
            <a:ext cx="3589973" cy="1044767"/>
            <a:chOff x="-2333670" y="-733424"/>
            <a:chExt cx="4762500" cy="1386000"/>
          </a:xfrm>
        </p:grpSpPr>
        <p:sp>
          <p:nvSpPr>
            <p:cNvPr id="100" name="Google Shape;100;p11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1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1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" name="Google Shape;104;p11"/>
          <p:cNvGrpSpPr/>
          <p:nvPr/>
        </p:nvGrpSpPr>
        <p:grpSpPr>
          <a:xfrm flipH="1" rot="10800000">
            <a:off x="6712067" y="4741241"/>
            <a:ext cx="3589972" cy="1044767"/>
            <a:chOff x="-2333670" y="-733424"/>
            <a:chExt cx="4762500" cy="1386000"/>
          </a:xfrm>
        </p:grpSpPr>
        <p:sp>
          <p:nvSpPr>
            <p:cNvPr id="105" name="Google Shape;105;p11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1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1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3_1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2"/>
          <p:cNvGrpSpPr/>
          <p:nvPr/>
        </p:nvGrpSpPr>
        <p:grpSpPr>
          <a:xfrm flipH="1" rot="-5400000">
            <a:off x="7396461" y="-1285259"/>
            <a:ext cx="3589973" cy="1044767"/>
            <a:chOff x="-2333670" y="-733424"/>
            <a:chExt cx="4762500" cy="1386000"/>
          </a:xfrm>
        </p:grpSpPr>
        <p:sp>
          <p:nvSpPr>
            <p:cNvPr id="111" name="Google Shape;111;p12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2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2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2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2"/>
          <p:cNvGrpSpPr/>
          <p:nvPr/>
        </p:nvGrpSpPr>
        <p:grpSpPr>
          <a:xfrm flipH="1" rot="10800000">
            <a:off x="-3012239" y="372341"/>
            <a:ext cx="3589973" cy="1044767"/>
            <a:chOff x="-2333670" y="-733424"/>
            <a:chExt cx="4762500" cy="1386000"/>
          </a:xfrm>
        </p:grpSpPr>
        <p:sp>
          <p:nvSpPr>
            <p:cNvPr id="116" name="Google Shape;116;p12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2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2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2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2"/>
          <p:cNvSpPr/>
          <p:nvPr/>
        </p:nvSpPr>
        <p:spPr>
          <a:xfrm flipH="1" rot="-5400000">
            <a:off x="4431791" y="416400"/>
            <a:ext cx="291300" cy="916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2"/>
          <p:cNvSpPr txBox="1"/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/>
          <p:nvPr>
            <p:ph idx="1" type="body"/>
          </p:nvPr>
        </p:nvSpPr>
        <p:spPr>
          <a:xfrm>
            <a:off x="720000" y="1181100"/>
            <a:ext cx="7704000" cy="7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5" name="Google Shape;125;p13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3"/>
          <p:cNvGrpSpPr/>
          <p:nvPr/>
        </p:nvGrpSpPr>
        <p:grpSpPr>
          <a:xfrm flipH="1" rot="10800000">
            <a:off x="-2869975" y="154316"/>
            <a:ext cx="3589973" cy="1044767"/>
            <a:chOff x="-2333670" y="-733424"/>
            <a:chExt cx="4762500" cy="1386000"/>
          </a:xfrm>
        </p:grpSpPr>
        <p:sp>
          <p:nvSpPr>
            <p:cNvPr id="127" name="Google Shape;127;p1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13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ctrTitle"/>
          </p:nvPr>
        </p:nvSpPr>
        <p:spPr>
          <a:xfrm>
            <a:off x="4204850" y="535025"/>
            <a:ext cx="38004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4" name="Google Shape;134;p14"/>
          <p:cNvSpPr txBox="1"/>
          <p:nvPr>
            <p:ph idx="1" type="subTitle"/>
          </p:nvPr>
        </p:nvSpPr>
        <p:spPr>
          <a:xfrm>
            <a:off x="4200525" y="1447825"/>
            <a:ext cx="38094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5" name="Google Shape;135;p14"/>
          <p:cNvSpPr txBox="1"/>
          <p:nvPr/>
        </p:nvSpPr>
        <p:spPr>
          <a:xfrm>
            <a:off x="4200525" y="3581425"/>
            <a:ext cx="380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14"/>
          <p:cNvGrpSpPr/>
          <p:nvPr/>
        </p:nvGrpSpPr>
        <p:grpSpPr>
          <a:xfrm rot="5400000">
            <a:off x="6496005" y="-1319374"/>
            <a:ext cx="4762500" cy="1386000"/>
            <a:chOff x="-2333670" y="-733424"/>
            <a:chExt cx="4762500" cy="1386000"/>
          </a:xfrm>
        </p:grpSpPr>
        <p:sp>
          <p:nvSpPr>
            <p:cNvPr id="138" name="Google Shape;138;p14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14"/>
          <p:cNvGrpSpPr/>
          <p:nvPr/>
        </p:nvGrpSpPr>
        <p:grpSpPr>
          <a:xfrm flipH="1" rot="10800000">
            <a:off x="4310239" y="4754891"/>
            <a:ext cx="3589973" cy="1044767"/>
            <a:chOff x="-2333670" y="-733424"/>
            <a:chExt cx="4762500" cy="1386000"/>
          </a:xfrm>
        </p:grpSpPr>
        <p:sp>
          <p:nvSpPr>
            <p:cNvPr id="143" name="Google Shape;143;p14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/>
          <p:nvPr>
            <p:ph idx="2" type="pic"/>
          </p:nvPr>
        </p:nvSpPr>
        <p:spPr>
          <a:xfrm>
            <a:off x="0" y="-9600"/>
            <a:ext cx="9144000" cy="51627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2287350" y="3663225"/>
            <a:ext cx="4569300" cy="96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898912" y="1110450"/>
            <a:ext cx="3194700" cy="21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1139362" y="3218250"/>
            <a:ext cx="27138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3" name="Google Shape;153;p16"/>
          <p:cNvSpPr/>
          <p:nvPr>
            <p:ph idx="2" type="pic"/>
          </p:nvPr>
        </p:nvSpPr>
        <p:spPr>
          <a:xfrm>
            <a:off x="4695700" y="742950"/>
            <a:ext cx="3733200" cy="3657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4" name="Google Shape;154;p16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" name="Google Shape;156;p16"/>
          <p:cNvGrpSpPr/>
          <p:nvPr/>
        </p:nvGrpSpPr>
        <p:grpSpPr>
          <a:xfrm flipH="1" rot="10800000">
            <a:off x="-2869975" y="154316"/>
            <a:ext cx="3589973" cy="1044767"/>
            <a:chOff x="-2333670" y="-733424"/>
            <a:chExt cx="4762500" cy="1386000"/>
          </a:xfrm>
        </p:grpSpPr>
        <p:sp>
          <p:nvSpPr>
            <p:cNvPr id="157" name="Google Shape;157;p1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16"/>
          <p:cNvGrpSpPr/>
          <p:nvPr/>
        </p:nvGrpSpPr>
        <p:grpSpPr>
          <a:xfrm flipH="1" rot="10800000">
            <a:off x="2777014" y="4684691"/>
            <a:ext cx="3589973" cy="1044767"/>
            <a:chOff x="-2333670" y="-733424"/>
            <a:chExt cx="4762500" cy="1386000"/>
          </a:xfrm>
        </p:grpSpPr>
        <p:sp>
          <p:nvSpPr>
            <p:cNvPr id="162" name="Google Shape;162;p1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793136" y="2310785"/>
            <a:ext cx="208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8" name="Google Shape;168;p17"/>
          <p:cNvSpPr txBox="1"/>
          <p:nvPr>
            <p:ph idx="2" type="subTitle"/>
          </p:nvPr>
        </p:nvSpPr>
        <p:spPr>
          <a:xfrm>
            <a:off x="3530700" y="2310785"/>
            <a:ext cx="208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9" name="Google Shape;169;p17"/>
          <p:cNvSpPr txBox="1"/>
          <p:nvPr>
            <p:ph idx="3" type="subTitle"/>
          </p:nvPr>
        </p:nvSpPr>
        <p:spPr>
          <a:xfrm>
            <a:off x="6268264" y="2310785"/>
            <a:ext cx="208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0" name="Google Shape;170;p17"/>
          <p:cNvSpPr txBox="1"/>
          <p:nvPr>
            <p:ph idx="4" type="subTitle"/>
          </p:nvPr>
        </p:nvSpPr>
        <p:spPr>
          <a:xfrm>
            <a:off x="795320" y="4123700"/>
            <a:ext cx="208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1" name="Google Shape;171;p17"/>
          <p:cNvSpPr txBox="1"/>
          <p:nvPr>
            <p:ph idx="5" type="subTitle"/>
          </p:nvPr>
        </p:nvSpPr>
        <p:spPr>
          <a:xfrm>
            <a:off x="3530700" y="4123700"/>
            <a:ext cx="208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2" name="Google Shape;172;p17"/>
          <p:cNvSpPr txBox="1"/>
          <p:nvPr>
            <p:ph idx="6" type="subTitle"/>
          </p:nvPr>
        </p:nvSpPr>
        <p:spPr>
          <a:xfrm>
            <a:off x="6266080" y="4123700"/>
            <a:ext cx="208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3" name="Google Shape;173;p17"/>
          <p:cNvSpPr txBox="1"/>
          <p:nvPr>
            <p:ph idx="7" type="subTitle"/>
          </p:nvPr>
        </p:nvSpPr>
        <p:spPr>
          <a:xfrm>
            <a:off x="793136" y="1927359"/>
            <a:ext cx="208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4" name="Google Shape;174;p17"/>
          <p:cNvSpPr txBox="1"/>
          <p:nvPr>
            <p:ph idx="8" type="subTitle"/>
          </p:nvPr>
        </p:nvSpPr>
        <p:spPr>
          <a:xfrm>
            <a:off x="3530700" y="1927359"/>
            <a:ext cx="208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9" type="subTitle"/>
          </p:nvPr>
        </p:nvSpPr>
        <p:spPr>
          <a:xfrm>
            <a:off x="6268264" y="1927359"/>
            <a:ext cx="208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3" type="subTitle"/>
          </p:nvPr>
        </p:nvSpPr>
        <p:spPr>
          <a:xfrm>
            <a:off x="790952" y="3735656"/>
            <a:ext cx="208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4" type="subTitle"/>
          </p:nvPr>
        </p:nvSpPr>
        <p:spPr>
          <a:xfrm>
            <a:off x="3530700" y="3735656"/>
            <a:ext cx="208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5" type="subTitle"/>
          </p:nvPr>
        </p:nvSpPr>
        <p:spPr>
          <a:xfrm>
            <a:off x="6270448" y="3735656"/>
            <a:ext cx="208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0" name="Google Shape;180;p17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17"/>
          <p:cNvGrpSpPr/>
          <p:nvPr/>
        </p:nvGrpSpPr>
        <p:grpSpPr>
          <a:xfrm rot="5400000">
            <a:off x="-1674992" y="-1285259"/>
            <a:ext cx="3589973" cy="1044767"/>
            <a:chOff x="-2333670" y="-733424"/>
            <a:chExt cx="4762500" cy="1386000"/>
          </a:xfrm>
        </p:grpSpPr>
        <p:sp>
          <p:nvSpPr>
            <p:cNvPr id="183" name="Google Shape;183;p17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17"/>
          <p:cNvGrpSpPr/>
          <p:nvPr/>
        </p:nvGrpSpPr>
        <p:grpSpPr>
          <a:xfrm rot="10800000">
            <a:off x="8505108" y="372341"/>
            <a:ext cx="3589972" cy="1044767"/>
            <a:chOff x="-2333670" y="-733424"/>
            <a:chExt cx="4762500" cy="1386000"/>
          </a:xfrm>
        </p:grpSpPr>
        <p:sp>
          <p:nvSpPr>
            <p:cNvPr id="188" name="Google Shape;188;p17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/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94" name="Google Shape;194;p18"/>
          <p:cNvGrpSpPr/>
          <p:nvPr/>
        </p:nvGrpSpPr>
        <p:grpSpPr>
          <a:xfrm rot="5400000">
            <a:off x="-1827392" y="-1285259"/>
            <a:ext cx="3589973" cy="1044767"/>
            <a:chOff x="-2333670" y="-733424"/>
            <a:chExt cx="4762500" cy="1386000"/>
          </a:xfrm>
        </p:grpSpPr>
        <p:sp>
          <p:nvSpPr>
            <p:cNvPr id="195" name="Google Shape;195;p18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18"/>
          <p:cNvGrpSpPr/>
          <p:nvPr/>
        </p:nvGrpSpPr>
        <p:grpSpPr>
          <a:xfrm rot="10800000">
            <a:off x="8581308" y="372341"/>
            <a:ext cx="3589972" cy="1044767"/>
            <a:chOff x="-2333670" y="-733424"/>
            <a:chExt cx="4762500" cy="1386000"/>
          </a:xfrm>
        </p:grpSpPr>
        <p:sp>
          <p:nvSpPr>
            <p:cNvPr id="200" name="Google Shape;200;p18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18"/>
          <p:cNvSpPr/>
          <p:nvPr/>
        </p:nvSpPr>
        <p:spPr>
          <a:xfrm rot="5400000">
            <a:off x="4435950" y="416400"/>
            <a:ext cx="291300" cy="9162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/>
          <p:nvPr>
            <p:ph idx="1" type="subTitle"/>
          </p:nvPr>
        </p:nvSpPr>
        <p:spPr>
          <a:xfrm>
            <a:off x="986050" y="2248675"/>
            <a:ext cx="32430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7" name="Google Shape;207;p19"/>
          <p:cNvSpPr txBox="1"/>
          <p:nvPr>
            <p:ph idx="2" type="subTitle"/>
          </p:nvPr>
        </p:nvSpPr>
        <p:spPr>
          <a:xfrm>
            <a:off x="4914950" y="2248675"/>
            <a:ext cx="32430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8" name="Google Shape;208;p19"/>
          <p:cNvSpPr txBox="1"/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9" name="Google Shape;209;p19"/>
          <p:cNvSpPr txBox="1"/>
          <p:nvPr>
            <p:ph idx="3" type="body"/>
          </p:nvPr>
        </p:nvSpPr>
        <p:spPr>
          <a:xfrm>
            <a:off x="986197" y="2760175"/>
            <a:ext cx="32427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4" type="body"/>
          </p:nvPr>
        </p:nvSpPr>
        <p:spPr>
          <a:xfrm>
            <a:off x="4915244" y="2760175"/>
            <a:ext cx="32424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1" name="Google Shape;211;p19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" name="Google Shape;213;p19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214" name="Google Shape;214;p1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0" name="Google Shape;220;p20"/>
          <p:cNvGrpSpPr/>
          <p:nvPr/>
        </p:nvGrpSpPr>
        <p:grpSpPr>
          <a:xfrm rot="-5400000">
            <a:off x="6471429" y="-957899"/>
            <a:ext cx="4762500" cy="1386000"/>
            <a:chOff x="-2333670" y="-733424"/>
            <a:chExt cx="4762500" cy="1386000"/>
          </a:xfrm>
        </p:grpSpPr>
        <p:sp>
          <p:nvSpPr>
            <p:cNvPr id="221" name="Google Shape;221;p20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p20"/>
          <p:cNvSpPr txBox="1"/>
          <p:nvPr>
            <p:ph type="title"/>
          </p:nvPr>
        </p:nvSpPr>
        <p:spPr>
          <a:xfrm flipH="1">
            <a:off x="4104475" y="2587625"/>
            <a:ext cx="39093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6" name="Google Shape;226;p20"/>
          <p:cNvSpPr txBox="1"/>
          <p:nvPr>
            <p:ph idx="2" type="title"/>
          </p:nvPr>
        </p:nvSpPr>
        <p:spPr>
          <a:xfrm flipH="1">
            <a:off x="5023675" y="1013256"/>
            <a:ext cx="20709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27" name="Google Shape;227;p20"/>
          <p:cNvSpPr txBox="1"/>
          <p:nvPr>
            <p:ph idx="1" type="subTitle"/>
          </p:nvPr>
        </p:nvSpPr>
        <p:spPr>
          <a:xfrm flipH="1">
            <a:off x="4104475" y="4044894"/>
            <a:ext cx="39093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 txBox="1"/>
          <p:nvPr>
            <p:ph type="title"/>
          </p:nvPr>
        </p:nvSpPr>
        <p:spPr>
          <a:xfrm flipH="1">
            <a:off x="3945910" y="894337"/>
            <a:ext cx="4201200" cy="22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0" name="Google Shape;230;p21"/>
          <p:cNvSpPr txBox="1"/>
          <p:nvPr>
            <p:ph idx="1" type="subTitle"/>
          </p:nvPr>
        </p:nvSpPr>
        <p:spPr>
          <a:xfrm flipH="1">
            <a:off x="3945910" y="3188063"/>
            <a:ext cx="4201200" cy="10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31" name="Google Shape;231;p21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p21"/>
          <p:cNvGrpSpPr/>
          <p:nvPr/>
        </p:nvGrpSpPr>
        <p:grpSpPr>
          <a:xfrm rot="5400000">
            <a:off x="2250370" y="-1655359"/>
            <a:ext cx="3589973" cy="1044767"/>
            <a:chOff x="-2333670" y="-733424"/>
            <a:chExt cx="4762500" cy="1386000"/>
          </a:xfrm>
        </p:grpSpPr>
        <p:sp>
          <p:nvSpPr>
            <p:cNvPr id="233" name="Google Shape;233;p21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" name="Google Shape;237;p21"/>
          <p:cNvGrpSpPr/>
          <p:nvPr/>
        </p:nvGrpSpPr>
        <p:grpSpPr>
          <a:xfrm rot="10800000">
            <a:off x="7840483" y="4608491"/>
            <a:ext cx="3589973" cy="1044767"/>
            <a:chOff x="-2333670" y="-733424"/>
            <a:chExt cx="4762500" cy="1386000"/>
          </a:xfrm>
        </p:grpSpPr>
        <p:sp>
          <p:nvSpPr>
            <p:cNvPr id="238" name="Google Shape;238;p21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_1_1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22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246" name="Google Shape;246;p22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2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2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" name="Google Shape;250;p22"/>
          <p:cNvSpPr txBox="1"/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/>
          <p:nvPr>
            <p:ph type="ctrTitle"/>
          </p:nvPr>
        </p:nvSpPr>
        <p:spPr>
          <a:xfrm>
            <a:off x="715100" y="1432175"/>
            <a:ext cx="4762500" cy="21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6" name="Google Shape;256;p24"/>
          <p:cNvSpPr txBox="1"/>
          <p:nvPr>
            <p:ph idx="1" type="subTitle"/>
          </p:nvPr>
        </p:nvSpPr>
        <p:spPr>
          <a:xfrm>
            <a:off x="715100" y="3378025"/>
            <a:ext cx="4762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24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8" name="Google Shape;258;p24"/>
          <p:cNvGrpSpPr/>
          <p:nvPr/>
        </p:nvGrpSpPr>
        <p:grpSpPr>
          <a:xfrm>
            <a:off x="-2333670" y="-733424"/>
            <a:ext cx="4762500" cy="1386000"/>
            <a:chOff x="-2333670" y="-733424"/>
            <a:chExt cx="4762500" cy="1386000"/>
          </a:xfrm>
        </p:grpSpPr>
        <p:sp>
          <p:nvSpPr>
            <p:cNvPr id="259" name="Google Shape;259;p24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4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4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"/>
          <p:cNvSpPr txBox="1"/>
          <p:nvPr>
            <p:ph type="title"/>
          </p:nvPr>
        </p:nvSpPr>
        <p:spPr>
          <a:xfrm>
            <a:off x="1100925" y="2587625"/>
            <a:ext cx="39093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5" name="Google Shape;265;p25"/>
          <p:cNvSpPr txBox="1"/>
          <p:nvPr>
            <p:ph idx="2" type="title"/>
          </p:nvPr>
        </p:nvSpPr>
        <p:spPr>
          <a:xfrm>
            <a:off x="2020125" y="1013256"/>
            <a:ext cx="20709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66" name="Google Shape;266;p25"/>
          <p:cNvSpPr txBox="1"/>
          <p:nvPr>
            <p:ph idx="1" type="subTitle"/>
          </p:nvPr>
        </p:nvSpPr>
        <p:spPr>
          <a:xfrm>
            <a:off x="1100925" y="4044894"/>
            <a:ext cx="39093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7" name="Google Shape;267;p25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25"/>
          <p:cNvGrpSpPr/>
          <p:nvPr/>
        </p:nvGrpSpPr>
        <p:grpSpPr>
          <a:xfrm flipH="1" rot="5400000">
            <a:off x="-2085979" y="-957899"/>
            <a:ext cx="4762500" cy="1386000"/>
            <a:chOff x="-2333670" y="-733424"/>
            <a:chExt cx="4762500" cy="1386000"/>
          </a:xfrm>
        </p:grpSpPr>
        <p:sp>
          <p:nvSpPr>
            <p:cNvPr id="269" name="Google Shape;269;p2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/>
          <p:nvPr/>
        </p:nvSpPr>
        <p:spPr>
          <a:xfrm>
            <a:off x="8428800" y="0"/>
            <a:ext cx="7152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6"/>
          <p:cNvSpPr txBox="1"/>
          <p:nvPr>
            <p:ph type="title"/>
          </p:nvPr>
        </p:nvSpPr>
        <p:spPr>
          <a:xfrm>
            <a:off x="1960650" y="3497325"/>
            <a:ext cx="52227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6" name="Google Shape;276;p26"/>
          <p:cNvSpPr txBox="1"/>
          <p:nvPr>
            <p:ph idx="1" type="subTitle"/>
          </p:nvPr>
        </p:nvSpPr>
        <p:spPr>
          <a:xfrm>
            <a:off x="1960650" y="1114275"/>
            <a:ext cx="5222700" cy="22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grpSp>
        <p:nvGrpSpPr>
          <p:cNvPr id="277" name="Google Shape;277;p26"/>
          <p:cNvGrpSpPr/>
          <p:nvPr/>
        </p:nvGrpSpPr>
        <p:grpSpPr>
          <a:xfrm>
            <a:off x="8527796" y="4325935"/>
            <a:ext cx="517208" cy="531886"/>
            <a:chOff x="2080625" y="3637225"/>
            <a:chExt cx="358525" cy="368725"/>
          </a:xfrm>
        </p:grpSpPr>
        <p:sp>
          <p:nvSpPr>
            <p:cNvPr id="278" name="Google Shape;278;p26"/>
            <p:cNvSpPr/>
            <p:nvPr/>
          </p:nvSpPr>
          <p:spPr>
            <a:xfrm>
              <a:off x="2142625" y="3703450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2080625" y="3637225"/>
              <a:ext cx="177925" cy="106100"/>
            </a:xfrm>
            <a:custGeom>
              <a:rect b="b" l="l" r="r" t="t"/>
              <a:pathLst>
                <a:path extrusionOk="0" h="4244" w="7117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2323225" y="3637225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2261200" y="3899875"/>
              <a:ext cx="177950" cy="106075"/>
            </a:xfrm>
            <a:custGeom>
              <a:rect b="b" l="l" r="r" t="t"/>
              <a:pathLst>
                <a:path extrusionOk="0" h="4243" w="7118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2" name="Google Shape;282;p26"/>
          <p:cNvSpPr/>
          <p:nvPr/>
        </p:nvSpPr>
        <p:spPr>
          <a:xfrm>
            <a:off x="0" y="75"/>
            <a:ext cx="715200" cy="51435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26"/>
          <p:cNvGrpSpPr/>
          <p:nvPr/>
        </p:nvGrpSpPr>
        <p:grpSpPr>
          <a:xfrm flipH="1">
            <a:off x="98996" y="285560"/>
            <a:ext cx="517208" cy="531886"/>
            <a:chOff x="2080625" y="3637225"/>
            <a:chExt cx="358525" cy="368725"/>
          </a:xfrm>
        </p:grpSpPr>
        <p:sp>
          <p:nvSpPr>
            <p:cNvPr id="284" name="Google Shape;284;p26"/>
            <p:cNvSpPr/>
            <p:nvPr/>
          </p:nvSpPr>
          <p:spPr>
            <a:xfrm>
              <a:off x="2142625" y="3703450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2080625" y="3637225"/>
              <a:ext cx="177925" cy="106100"/>
            </a:xfrm>
            <a:custGeom>
              <a:rect b="b" l="l" r="r" t="t"/>
              <a:pathLst>
                <a:path extrusionOk="0" h="4244" w="7117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2323225" y="3637225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2261200" y="3899875"/>
              <a:ext cx="177950" cy="106075"/>
            </a:xfrm>
            <a:custGeom>
              <a:rect b="b" l="l" r="r" t="t"/>
              <a:pathLst>
                <a:path extrusionOk="0" h="4243" w="7118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26"/>
          <p:cNvGrpSpPr/>
          <p:nvPr/>
        </p:nvGrpSpPr>
        <p:grpSpPr>
          <a:xfrm>
            <a:off x="98996" y="1093650"/>
            <a:ext cx="517208" cy="531886"/>
            <a:chOff x="2080625" y="3637225"/>
            <a:chExt cx="358525" cy="368725"/>
          </a:xfrm>
        </p:grpSpPr>
        <p:sp>
          <p:nvSpPr>
            <p:cNvPr id="289" name="Google Shape;289;p26"/>
            <p:cNvSpPr/>
            <p:nvPr/>
          </p:nvSpPr>
          <p:spPr>
            <a:xfrm>
              <a:off x="2142625" y="3703450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2080625" y="3637225"/>
              <a:ext cx="177925" cy="106100"/>
            </a:xfrm>
            <a:custGeom>
              <a:rect b="b" l="l" r="r" t="t"/>
              <a:pathLst>
                <a:path extrusionOk="0" h="4244" w="7117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2323225" y="3637225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2261200" y="3899875"/>
              <a:ext cx="177950" cy="106075"/>
            </a:xfrm>
            <a:custGeom>
              <a:rect b="b" l="l" r="r" t="t"/>
              <a:pathLst>
                <a:path extrusionOk="0" h="4243" w="7118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" name="Google Shape;293;p26"/>
          <p:cNvGrpSpPr/>
          <p:nvPr/>
        </p:nvGrpSpPr>
        <p:grpSpPr>
          <a:xfrm flipH="1">
            <a:off x="98996" y="1901740"/>
            <a:ext cx="517208" cy="531886"/>
            <a:chOff x="2080625" y="3637225"/>
            <a:chExt cx="358525" cy="368725"/>
          </a:xfrm>
        </p:grpSpPr>
        <p:sp>
          <p:nvSpPr>
            <p:cNvPr id="294" name="Google Shape;294;p26"/>
            <p:cNvSpPr/>
            <p:nvPr/>
          </p:nvSpPr>
          <p:spPr>
            <a:xfrm>
              <a:off x="2142625" y="3703450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6"/>
            <p:cNvSpPr/>
            <p:nvPr/>
          </p:nvSpPr>
          <p:spPr>
            <a:xfrm>
              <a:off x="2080625" y="3637225"/>
              <a:ext cx="177925" cy="106100"/>
            </a:xfrm>
            <a:custGeom>
              <a:rect b="b" l="l" r="r" t="t"/>
              <a:pathLst>
                <a:path extrusionOk="0" h="4244" w="7117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6"/>
            <p:cNvSpPr/>
            <p:nvPr/>
          </p:nvSpPr>
          <p:spPr>
            <a:xfrm>
              <a:off x="2323225" y="3637225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6"/>
            <p:cNvSpPr/>
            <p:nvPr/>
          </p:nvSpPr>
          <p:spPr>
            <a:xfrm>
              <a:off x="2261200" y="3899875"/>
              <a:ext cx="177950" cy="106075"/>
            </a:xfrm>
            <a:custGeom>
              <a:rect b="b" l="l" r="r" t="t"/>
              <a:pathLst>
                <a:path extrusionOk="0" h="4243" w="7118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" name="Google Shape;298;p26"/>
          <p:cNvGrpSpPr/>
          <p:nvPr/>
        </p:nvGrpSpPr>
        <p:grpSpPr>
          <a:xfrm>
            <a:off x="98996" y="2709830"/>
            <a:ext cx="517208" cy="531886"/>
            <a:chOff x="2080625" y="3637225"/>
            <a:chExt cx="358525" cy="368725"/>
          </a:xfrm>
        </p:grpSpPr>
        <p:sp>
          <p:nvSpPr>
            <p:cNvPr id="299" name="Google Shape;299;p26"/>
            <p:cNvSpPr/>
            <p:nvPr/>
          </p:nvSpPr>
          <p:spPr>
            <a:xfrm>
              <a:off x="2142625" y="3703450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6"/>
            <p:cNvSpPr/>
            <p:nvPr/>
          </p:nvSpPr>
          <p:spPr>
            <a:xfrm>
              <a:off x="2080625" y="3637225"/>
              <a:ext cx="177925" cy="106100"/>
            </a:xfrm>
            <a:custGeom>
              <a:rect b="b" l="l" r="r" t="t"/>
              <a:pathLst>
                <a:path extrusionOk="0" h="4244" w="7117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6"/>
            <p:cNvSpPr/>
            <p:nvPr/>
          </p:nvSpPr>
          <p:spPr>
            <a:xfrm>
              <a:off x="2323225" y="3637225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2261200" y="3899875"/>
              <a:ext cx="177950" cy="106075"/>
            </a:xfrm>
            <a:custGeom>
              <a:rect b="b" l="l" r="r" t="t"/>
              <a:pathLst>
                <a:path extrusionOk="0" h="4243" w="7118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3" name="Google Shape;303;p26"/>
          <p:cNvGrpSpPr/>
          <p:nvPr/>
        </p:nvGrpSpPr>
        <p:grpSpPr>
          <a:xfrm flipH="1">
            <a:off x="98996" y="3517920"/>
            <a:ext cx="517208" cy="531886"/>
            <a:chOff x="2080625" y="3637225"/>
            <a:chExt cx="358525" cy="368725"/>
          </a:xfrm>
        </p:grpSpPr>
        <p:sp>
          <p:nvSpPr>
            <p:cNvPr id="304" name="Google Shape;304;p26"/>
            <p:cNvSpPr/>
            <p:nvPr/>
          </p:nvSpPr>
          <p:spPr>
            <a:xfrm>
              <a:off x="2142625" y="3703450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2080625" y="3637225"/>
              <a:ext cx="177925" cy="106100"/>
            </a:xfrm>
            <a:custGeom>
              <a:rect b="b" l="l" r="r" t="t"/>
              <a:pathLst>
                <a:path extrusionOk="0" h="4244" w="7117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2323225" y="3637225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6"/>
            <p:cNvSpPr/>
            <p:nvPr/>
          </p:nvSpPr>
          <p:spPr>
            <a:xfrm>
              <a:off x="2261200" y="3899875"/>
              <a:ext cx="177950" cy="106075"/>
            </a:xfrm>
            <a:custGeom>
              <a:rect b="b" l="l" r="r" t="t"/>
              <a:pathLst>
                <a:path extrusionOk="0" h="4243" w="7118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26"/>
          <p:cNvGrpSpPr/>
          <p:nvPr/>
        </p:nvGrpSpPr>
        <p:grpSpPr>
          <a:xfrm>
            <a:off x="98996" y="4326010"/>
            <a:ext cx="517208" cy="531886"/>
            <a:chOff x="2080625" y="3637225"/>
            <a:chExt cx="358525" cy="368725"/>
          </a:xfrm>
        </p:grpSpPr>
        <p:sp>
          <p:nvSpPr>
            <p:cNvPr id="309" name="Google Shape;309;p26"/>
            <p:cNvSpPr/>
            <p:nvPr/>
          </p:nvSpPr>
          <p:spPr>
            <a:xfrm>
              <a:off x="2142625" y="3703450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2080625" y="3637225"/>
              <a:ext cx="177925" cy="106100"/>
            </a:xfrm>
            <a:custGeom>
              <a:rect b="b" l="l" r="r" t="t"/>
              <a:pathLst>
                <a:path extrusionOk="0" h="4244" w="7117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2323225" y="3637225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2261200" y="3899875"/>
              <a:ext cx="177950" cy="106075"/>
            </a:xfrm>
            <a:custGeom>
              <a:rect b="b" l="l" r="r" t="t"/>
              <a:pathLst>
                <a:path extrusionOk="0" h="4243" w="7118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3" name="Google Shape;313;p26"/>
          <p:cNvGrpSpPr/>
          <p:nvPr/>
        </p:nvGrpSpPr>
        <p:grpSpPr>
          <a:xfrm flipH="1">
            <a:off x="8527796" y="285485"/>
            <a:ext cx="517208" cy="531886"/>
            <a:chOff x="2080625" y="3637225"/>
            <a:chExt cx="358525" cy="368725"/>
          </a:xfrm>
        </p:grpSpPr>
        <p:sp>
          <p:nvSpPr>
            <p:cNvPr id="314" name="Google Shape;314;p26"/>
            <p:cNvSpPr/>
            <p:nvPr/>
          </p:nvSpPr>
          <p:spPr>
            <a:xfrm>
              <a:off x="2142625" y="3703450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2080625" y="3637225"/>
              <a:ext cx="177925" cy="106100"/>
            </a:xfrm>
            <a:custGeom>
              <a:rect b="b" l="l" r="r" t="t"/>
              <a:pathLst>
                <a:path extrusionOk="0" h="4244" w="7117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2323225" y="3637225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2261200" y="3899875"/>
              <a:ext cx="177950" cy="106075"/>
            </a:xfrm>
            <a:custGeom>
              <a:rect b="b" l="l" r="r" t="t"/>
              <a:pathLst>
                <a:path extrusionOk="0" h="4243" w="7118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p26"/>
          <p:cNvGrpSpPr/>
          <p:nvPr/>
        </p:nvGrpSpPr>
        <p:grpSpPr>
          <a:xfrm>
            <a:off x="8527796" y="1093575"/>
            <a:ext cx="517208" cy="531886"/>
            <a:chOff x="2080625" y="3637225"/>
            <a:chExt cx="358525" cy="368725"/>
          </a:xfrm>
        </p:grpSpPr>
        <p:sp>
          <p:nvSpPr>
            <p:cNvPr id="319" name="Google Shape;319;p26"/>
            <p:cNvSpPr/>
            <p:nvPr/>
          </p:nvSpPr>
          <p:spPr>
            <a:xfrm>
              <a:off x="2142625" y="3703450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6"/>
            <p:cNvSpPr/>
            <p:nvPr/>
          </p:nvSpPr>
          <p:spPr>
            <a:xfrm>
              <a:off x="2080625" y="3637225"/>
              <a:ext cx="177925" cy="106100"/>
            </a:xfrm>
            <a:custGeom>
              <a:rect b="b" l="l" r="r" t="t"/>
              <a:pathLst>
                <a:path extrusionOk="0" h="4244" w="7117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2323225" y="3637225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2261200" y="3899875"/>
              <a:ext cx="177950" cy="106075"/>
            </a:xfrm>
            <a:custGeom>
              <a:rect b="b" l="l" r="r" t="t"/>
              <a:pathLst>
                <a:path extrusionOk="0" h="4243" w="7118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26"/>
          <p:cNvGrpSpPr/>
          <p:nvPr/>
        </p:nvGrpSpPr>
        <p:grpSpPr>
          <a:xfrm flipH="1">
            <a:off x="8527796" y="1901665"/>
            <a:ext cx="517208" cy="531886"/>
            <a:chOff x="2080625" y="3637225"/>
            <a:chExt cx="358525" cy="368725"/>
          </a:xfrm>
        </p:grpSpPr>
        <p:sp>
          <p:nvSpPr>
            <p:cNvPr id="324" name="Google Shape;324;p26"/>
            <p:cNvSpPr/>
            <p:nvPr/>
          </p:nvSpPr>
          <p:spPr>
            <a:xfrm>
              <a:off x="2142625" y="3703450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2080625" y="3637225"/>
              <a:ext cx="177925" cy="106100"/>
            </a:xfrm>
            <a:custGeom>
              <a:rect b="b" l="l" r="r" t="t"/>
              <a:pathLst>
                <a:path extrusionOk="0" h="4244" w="7117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2323225" y="3637225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2261200" y="3899875"/>
              <a:ext cx="177950" cy="106075"/>
            </a:xfrm>
            <a:custGeom>
              <a:rect b="b" l="l" r="r" t="t"/>
              <a:pathLst>
                <a:path extrusionOk="0" h="4243" w="7118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" name="Google Shape;328;p26"/>
          <p:cNvGrpSpPr/>
          <p:nvPr/>
        </p:nvGrpSpPr>
        <p:grpSpPr>
          <a:xfrm>
            <a:off x="8527796" y="2709755"/>
            <a:ext cx="517208" cy="531886"/>
            <a:chOff x="2080625" y="3637225"/>
            <a:chExt cx="358525" cy="368725"/>
          </a:xfrm>
        </p:grpSpPr>
        <p:sp>
          <p:nvSpPr>
            <p:cNvPr id="329" name="Google Shape;329;p26"/>
            <p:cNvSpPr/>
            <p:nvPr/>
          </p:nvSpPr>
          <p:spPr>
            <a:xfrm>
              <a:off x="2142625" y="3703450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2080625" y="3637225"/>
              <a:ext cx="177925" cy="106100"/>
            </a:xfrm>
            <a:custGeom>
              <a:rect b="b" l="l" r="r" t="t"/>
              <a:pathLst>
                <a:path extrusionOk="0" h="4244" w="7117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2323225" y="3637225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2261200" y="3899875"/>
              <a:ext cx="177950" cy="106075"/>
            </a:xfrm>
            <a:custGeom>
              <a:rect b="b" l="l" r="r" t="t"/>
              <a:pathLst>
                <a:path extrusionOk="0" h="4243" w="7118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3" name="Google Shape;333;p26"/>
          <p:cNvGrpSpPr/>
          <p:nvPr/>
        </p:nvGrpSpPr>
        <p:grpSpPr>
          <a:xfrm flipH="1">
            <a:off x="8527796" y="3517845"/>
            <a:ext cx="517208" cy="531886"/>
            <a:chOff x="2080625" y="3637225"/>
            <a:chExt cx="358525" cy="368725"/>
          </a:xfrm>
        </p:grpSpPr>
        <p:sp>
          <p:nvSpPr>
            <p:cNvPr id="334" name="Google Shape;334;p26"/>
            <p:cNvSpPr/>
            <p:nvPr/>
          </p:nvSpPr>
          <p:spPr>
            <a:xfrm>
              <a:off x="2142625" y="3703450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2080625" y="3637225"/>
              <a:ext cx="177925" cy="106100"/>
            </a:xfrm>
            <a:custGeom>
              <a:rect b="b" l="l" r="r" t="t"/>
              <a:pathLst>
                <a:path extrusionOk="0" h="4244" w="7117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2323225" y="3637225"/>
              <a:ext cx="53900" cy="302500"/>
            </a:xfrm>
            <a:custGeom>
              <a:rect b="b" l="l" r="r" t="t"/>
              <a:pathLst>
                <a:path extrusionOk="0" h="12100" w="2156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2261200" y="3899875"/>
              <a:ext cx="177950" cy="106075"/>
            </a:xfrm>
            <a:custGeom>
              <a:rect b="b" l="l" r="r" t="t"/>
              <a:pathLst>
                <a:path extrusionOk="0" h="4243" w="7118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8" name="Google Shape;338;p26"/>
          <p:cNvGrpSpPr/>
          <p:nvPr/>
        </p:nvGrpSpPr>
        <p:grpSpPr>
          <a:xfrm>
            <a:off x="2777014" y="4617541"/>
            <a:ext cx="3589973" cy="1044767"/>
            <a:chOff x="-2333670" y="-733424"/>
            <a:chExt cx="4762500" cy="1386000"/>
          </a:xfrm>
        </p:grpSpPr>
        <p:sp>
          <p:nvSpPr>
            <p:cNvPr id="339" name="Google Shape;339;p2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3_1_1_1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7"/>
          <p:cNvSpPr txBox="1"/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5" name="Google Shape;345;p27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6" name="Google Shape;346;p27"/>
          <p:cNvGrpSpPr/>
          <p:nvPr/>
        </p:nvGrpSpPr>
        <p:grpSpPr>
          <a:xfrm rot="10800000">
            <a:off x="8576395" y="154391"/>
            <a:ext cx="3589973" cy="1044767"/>
            <a:chOff x="-2333670" y="-733424"/>
            <a:chExt cx="4762500" cy="1386000"/>
          </a:xfrm>
        </p:grpSpPr>
        <p:sp>
          <p:nvSpPr>
            <p:cNvPr id="347" name="Google Shape;347;p27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"/>
          <p:cNvSpPr txBox="1"/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3" name="Google Shape;353;p28"/>
          <p:cNvSpPr txBox="1"/>
          <p:nvPr>
            <p:ph idx="1" type="subTitle"/>
          </p:nvPr>
        </p:nvSpPr>
        <p:spPr>
          <a:xfrm>
            <a:off x="1781131" y="1827250"/>
            <a:ext cx="25959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4" name="Google Shape;354;p28"/>
          <p:cNvSpPr txBox="1"/>
          <p:nvPr>
            <p:ph idx="2" type="subTitle"/>
          </p:nvPr>
        </p:nvSpPr>
        <p:spPr>
          <a:xfrm>
            <a:off x="1781156" y="2239325"/>
            <a:ext cx="25959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5" name="Google Shape;355;p28"/>
          <p:cNvSpPr txBox="1"/>
          <p:nvPr>
            <p:ph idx="3" type="subTitle"/>
          </p:nvPr>
        </p:nvSpPr>
        <p:spPr>
          <a:xfrm>
            <a:off x="4762469" y="1827250"/>
            <a:ext cx="26004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6" name="Google Shape;356;p28"/>
          <p:cNvSpPr txBox="1"/>
          <p:nvPr>
            <p:ph idx="4" type="subTitle"/>
          </p:nvPr>
        </p:nvSpPr>
        <p:spPr>
          <a:xfrm>
            <a:off x="4762469" y="2239325"/>
            <a:ext cx="26004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7" name="Google Shape;357;p28"/>
          <p:cNvSpPr txBox="1"/>
          <p:nvPr>
            <p:ph idx="5" type="subTitle"/>
          </p:nvPr>
        </p:nvSpPr>
        <p:spPr>
          <a:xfrm>
            <a:off x="1781131" y="3349525"/>
            <a:ext cx="25959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8" name="Google Shape;358;p28"/>
          <p:cNvSpPr txBox="1"/>
          <p:nvPr>
            <p:ph idx="6" type="subTitle"/>
          </p:nvPr>
        </p:nvSpPr>
        <p:spPr>
          <a:xfrm>
            <a:off x="1781156" y="3761600"/>
            <a:ext cx="25959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9" name="Google Shape;359;p28"/>
          <p:cNvSpPr txBox="1"/>
          <p:nvPr>
            <p:ph idx="7" type="subTitle"/>
          </p:nvPr>
        </p:nvSpPr>
        <p:spPr>
          <a:xfrm>
            <a:off x="4762469" y="3349525"/>
            <a:ext cx="26004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0" name="Google Shape;360;p28"/>
          <p:cNvSpPr txBox="1"/>
          <p:nvPr>
            <p:ph idx="8" type="subTitle"/>
          </p:nvPr>
        </p:nvSpPr>
        <p:spPr>
          <a:xfrm>
            <a:off x="4762469" y="3761600"/>
            <a:ext cx="26004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1" name="Google Shape;361;p28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8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3" name="Google Shape;363;p28"/>
          <p:cNvGrpSpPr/>
          <p:nvPr/>
        </p:nvGrpSpPr>
        <p:grpSpPr>
          <a:xfrm rot="5400000">
            <a:off x="-1674992" y="-1285259"/>
            <a:ext cx="3589973" cy="1044767"/>
            <a:chOff x="-2333670" y="-733424"/>
            <a:chExt cx="4762500" cy="1386000"/>
          </a:xfrm>
        </p:grpSpPr>
        <p:sp>
          <p:nvSpPr>
            <p:cNvPr id="364" name="Google Shape;364;p28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8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8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_1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29"/>
          <p:cNvGrpSpPr/>
          <p:nvPr/>
        </p:nvGrpSpPr>
        <p:grpSpPr>
          <a:xfrm flipH="1" rot="10800000">
            <a:off x="-3022375" y="154316"/>
            <a:ext cx="3589973" cy="1044767"/>
            <a:chOff x="-2333670" y="-733424"/>
            <a:chExt cx="4762500" cy="1386000"/>
          </a:xfrm>
        </p:grpSpPr>
        <p:sp>
          <p:nvSpPr>
            <p:cNvPr id="370" name="Google Shape;370;p2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p29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9"/>
          <p:cNvSpPr txBox="1"/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_1_1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0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0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9" name="Google Shape;379;p30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380" name="Google Shape;380;p30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0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4" name="Google Shape;384;p30"/>
          <p:cNvSpPr txBox="1"/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32"/>
          <p:cNvGrpSpPr/>
          <p:nvPr/>
        </p:nvGrpSpPr>
        <p:grpSpPr>
          <a:xfrm rot="5400000">
            <a:off x="-1827392" y="-1285259"/>
            <a:ext cx="3589973" cy="1044767"/>
            <a:chOff x="-2333670" y="-733424"/>
            <a:chExt cx="4762500" cy="1386000"/>
          </a:xfrm>
        </p:grpSpPr>
        <p:sp>
          <p:nvSpPr>
            <p:cNvPr id="388" name="Google Shape;388;p32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2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 rot="10800000">
            <a:off x="8581308" y="372341"/>
            <a:ext cx="3589973" cy="1044767"/>
            <a:chOff x="-2333670" y="-733424"/>
            <a:chExt cx="4762500" cy="1386000"/>
          </a:xfrm>
        </p:grpSpPr>
        <p:sp>
          <p:nvSpPr>
            <p:cNvPr id="393" name="Google Shape;393;p32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32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32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32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7" name="Google Shape;397;p32"/>
          <p:cNvSpPr/>
          <p:nvPr/>
        </p:nvSpPr>
        <p:spPr>
          <a:xfrm rot="5400000">
            <a:off x="4435950" y="416400"/>
            <a:ext cx="291300" cy="9162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3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3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33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402" name="Google Shape;402;p3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_1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4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8" name="Google Shape;408;p34"/>
          <p:cNvGrpSpPr/>
          <p:nvPr/>
        </p:nvGrpSpPr>
        <p:grpSpPr>
          <a:xfrm rot="5400000">
            <a:off x="-1827392" y="-1285259"/>
            <a:ext cx="3589973" cy="1044767"/>
            <a:chOff x="-2333670" y="-733424"/>
            <a:chExt cx="4762500" cy="1386000"/>
          </a:xfrm>
        </p:grpSpPr>
        <p:sp>
          <p:nvSpPr>
            <p:cNvPr id="409" name="Google Shape;409;p34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4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4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4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BLANK_1_1_1_1_1_1_1_1_1_1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/>
          <p:nvPr/>
        </p:nvSpPr>
        <p:spPr>
          <a:xfrm flipH="1">
            <a:off x="-21389" y="0"/>
            <a:ext cx="2913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5" name="Google Shape;415;p35"/>
          <p:cNvGrpSpPr/>
          <p:nvPr/>
        </p:nvGrpSpPr>
        <p:grpSpPr>
          <a:xfrm flipH="1" rot="-5400000">
            <a:off x="7360030" y="-1285259"/>
            <a:ext cx="3589973" cy="1044767"/>
            <a:chOff x="-2333670" y="-733424"/>
            <a:chExt cx="4762500" cy="1386000"/>
          </a:xfrm>
        </p:grpSpPr>
        <p:sp>
          <p:nvSpPr>
            <p:cNvPr id="416" name="Google Shape;416;p3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535000"/>
            <a:ext cx="7713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b="0" i="0" sz="32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 txBox="1"/>
          <p:nvPr>
            <p:ph type="title"/>
          </p:nvPr>
        </p:nvSpPr>
        <p:spPr>
          <a:xfrm>
            <a:off x="715100" y="535000"/>
            <a:ext cx="7713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b="0" i="0" sz="32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3" name="Google Shape;253;p23"/>
          <p:cNvSpPr txBox="1"/>
          <p:nvPr>
            <p:ph idx="1" type="body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drive.google.com/file/d/1mg8f-tbc7P-sXIkjDqcKfaRrr4mjYWX-/view" TargetMode="External"/><Relationship Id="rId4" Type="http://schemas.openxmlformats.org/officeDocument/2006/relationships/image" Target="../media/image1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"/>
          <p:cNvSpPr/>
          <p:nvPr/>
        </p:nvSpPr>
        <p:spPr>
          <a:xfrm>
            <a:off x="5914800" y="-14250"/>
            <a:ext cx="3229200" cy="36006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6"/>
          <p:cNvSpPr/>
          <p:nvPr/>
        </p:nvSpPr>
        <p:spPr>
          <a:xfrm>
            <a:off x="5914800" y="3586200"/>
            <a:ext cx="3229200" cy="1552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6"/>
          <p:cNvSpPr txBox="1"/>
          <p:nvPr>
            <p:ph type="ctrTitle"/>
          </p:nvPr>
        </p:nvSpPr>
        <p:spPr>
          <a:xfrm>
            <a:off x="868084" y="1502968"/>
            <a:ext cx="6025852" cy="21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400">
                <a:latin typeface="Raleway Black"/>
                <a:ea typeface="Raleway Black"/>
                <a:cs typeface="Raleway Black"/>
                <a:sym typeface="Raleway Black"/>
              </a:rPr>
              <a:t>Digital Combination Lock</a:t>
            </a:r>
            <a:endParaRPr sz="5400">
              <a:solidFill>
                <a:schemeClr val="accen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427" name="Google Shape;427;p36"/>
          <p:cNvGrpSpPr/>
          <p:nvPr/>
        </p:nvGrpSpPr>
        <p:grpSpPr>
          <a:xfrm rot="5400000">
            <a:off x="3335158" y="5364916"/>
            <a:ext cx="3589973" cy="1044767"/>
            <a:chOff x="-2333670" y="-733424"/>
            <a:chExt cx="4762500" cy="1386000"/>
          </a:xfrm>
        </p:grpSpPr>
        <p:sp>
          <p:nvSpPr>
            <p:cNvPr id="428" name="Google Shape;428;p3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fmla="val 3544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2" name="Google Shape;432;p36"/>
          <p:cNvGrpSpPr/>
          <p:nvPr/>
        </p:nvGrpSpPr>
        <p:grpSpPr>
          <a:xfrm>
            <a:off x="6679763" y="256500"/>
            <a:ext cx="1699272" cy="3059081"/>
            <a:chOff x="6679763" y="256500"/>
            <a:chExt cx="1699272" cy="3059081"/>
          </a:xfrm>
        </p:grpSpPr>
        <p:sp>
          <p:nvSpPr>
            <p:cNvPr id="433" name="Google Shape;433;p36"/>
            <p:cNvSpPr/>
            <p:nvPr/>
          </p:nvSpPr>
          <p:spPr>
            <a:xfrm>
              <a:off x="6958622" y="526493"/>
              <a:ext cx="1141493" cy="2510824"/>
            </a:xfrm>
            <a:custGeom>
              <a:rect b="b" l="l" r="r" t="t"/>
              <a:pathLst>
                <a:path extrusionOk="0" h="56633" w="25747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6861309" y="391984"/>
              <a:ext cx="194631" cy="194631"/>
            </a:xfrm>
            <a:custGeom>
              <a:rect b="b" l="l" r="r" t="t"/>
              <a:pathLst>
                <a:path extrusionOk="0" h="4390" w="439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6861309" y="2985510"/>
              <a:ext cx="194631" cy="194586"/>
            </a:xfrm>
            <a:custGeom>
              <a:rect b="b" l="l" r="r" t="t"/>
              <a:pathLst>
                <a:path extrusionOk="0" h="4389" w="439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6928697" y="489297"/>
              <a:ext cx="59852" cy="2585218"/>
            </a:xfrm>
            <a:custGeom>
              <a:rect b="b" l="l" r="r" t="t"/>
              <a:pathLst>
                <a:path extrusionOk="0" h="58311" w="135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7152449" y="416279"/>
              <a:ext cx="753872" cy="170335"/>
            </a:xfrm>
            <a:custGeom>
              <a:rect b="b" l="l" r="r" t="t"/>
              <a:pathLst>
                <a:path extrusionOk="0" h="3842" w="17004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6679763" y="256500"/>
              <a:ext cx="1699272" cy="214094"/>
            </a:xfrm>
            <a:custGeom>
              <a:rect b="b" l="l" r="r" t="t"/>
              <a:pathLst>
                <a:path extrusionOk="0" h="4829" w="38328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8002815" y="2985510"/>
              <a:ext cx="194586" cy="194586"/>
            </a:xfrm>
            <a:custGeom>
              <a:rect b="b" l="l" r="r" t="t"/>
              <a:pathLst>
                <a:path extrusionOk="0" h="4389" w="4389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8002815" y="409895"/>
              <a:ext cx="194586" cy="194631"/>
            </a:xfrm>
            <a:custGeom>
              <a:rect b="b" l="l" r="r" t="t"/>
              <a:pathLst>
                <a:path extrusionOk="0" h="4390" w="4389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8070203" y="497676"/>
              <a:ext cx="59852" cy="2585218"/>
            </a:xfrm>
            <a:custGeom>
              <a:rect b="b" l="l" r="r" t="t"/>
              <a:pathLst>
                <a:path extrusionOk="0" h="58311" w="135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7152449" y="2985510"/>
              <a:ext cx="753872" cy="170291"/>
            </a:xfrm>
            <a:custGeom>
              <a:rect b="b" l="l" r="r" t="t"/>
              <a:pathLst>
                <a:path extrusionOk="0" h="3841" w="17004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6679763" y="3101532"/>
              <a:ext cx="1699272" cy="214049"/>
            </a:xfrm>
            <a:custGeom>
              <a:rect b="b" l="l" r="r" t="t"/>
              <a:pathLst>
                <a:path extrusionOk="0" h="4828" w="38328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7495105" y="2737463"/>
              <a:ext cx="68542" cy="247966"/>
            </a:xfrm>
            <a:custGeom>
              <a:rect b="b" l="l" r="r" t="t"/>
              <a:pathLst>
                <a:path extrusionOk="0" h="5593" w="1546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7430422" y="2441490"/>
              <a:ext cx="197911" cy="441399"/>
            </a:xfrm>
            <a:custGeom>
              <a:rect b="b" l="l" r="r" t="t"/>
              <a:pathLst>
                <a:path extrusionOk="0" h="9956" w="4464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7376955" y="1970533"/>
              <a:ext cx="107025" cy="505995"/>
            </a:xfrm>
            <a:custGeom>
              <a:rect b="b" l="l" r="r" t="t"/>
              <a:pathLst>
                <a:path extrusionOk="0" h="11413" w="2414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7574773" y="1970533"/>
              <a:ext cx="107025" cy="505995"/>
            </a:xfrm>
            <a:custGeom>
              <a:rect b="b" l="l" r="r" t="t"/>
              <a:pathLst>
                <a:path extrusionOk="0" h="11413" w="2414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7251092" y="2248284"/>
              <a:ext cx="556582" cy="386468"/>
            </a:xfrm>
            <a:custGeom>
              <a:rect b="b" l="l" r="r" t="t"/>
              <a:pathLst>
                <a:path extrusionOk="0" h="8717" w="12554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6"/>
            <p:cNvSpPr/>
            <p:nvPr/>
          </p:nvSpPr>
          <p:spPr>
            <a:xfrm>
              <a:off x="7473293" y="2369847"/>
              <a:ext cx="112168" cy="163640"/>
            </a:xfrm>
            <a:custGeom>
              <a:rect b="b" l="l" r="r" t="t"/>
              <a:pathLst>
                <a:path extrusionOk="0" h="3691" w="253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7473603" y="962471"/>
              <a:ext cx="106271" cy="596660"/>
            </a:xfrm>
            <a:custGeom>
              <a:rect b="b" l="l" r="r" t="t"/>
              <a:pathLst>
                <a:path extrusionOk="0" h="13458" w="2397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7351242" y="831819"/>
              <a:ext cx="350956" cy="209261"/>
            </a:xfrm>
            <a:custGeom>
              <a:rect b="b" l="l" r="r" t="t"/>
              <a:pathLst>
                <a:path extrusionOk="0" h="4720" w="7916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2" name="Google Shape;452;p36"/>
          <p:cNvGrpSpPr/>
          <p:nvPr/>
        </p:nvGrpSpPr>
        <p:grpSpPr>
          <a:xfrm>
            <a:off x="6280093" y="3800476"/>
            <a:ext cx="2498614" cy="1123948"/>
            <a:chOff x="6237531" y="3846675"/>
            <a:chExt cx="2498614" cy="1123948"/>
          </a:xfrm>
        </p:grpSpPr>
        <p:sp>
          <p:nvSpPr>
            <p:cNvPr id="453" name="Google Shape;453;p36"/>
            <p:cNvSpPr/>
            <p:nvPr/>
          </p:nvSpPr>
          <p:spPr>
            <a:xfrm>
              <a:off x="6237531" y="3846675"/>
              <a:ext cx="1493171" cy="147392"/>
            </a:xfrm>
            <a:custGeom>
              <a:rect b="b" l="l" r="r" t="t"/>
              <a:pathLst>
                <a:path extrusionOk="0" h="2450" w="2482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3595" y="2449"/>
                  </a:lnTo>
                  <a:cubicBezTo>
                    <a:pt x="24274" y="2449"/>
                    <a:pt x="24820" y="1903"/>
                    <a:pt x="24820" y="1225"/>
                  </a:cubicBezTo>
                  <a:cubicBezTo>
                    <a:pt x="24820" y="546"/>
                    <a:pt x="24274" y="0"/>
                    <a:pt x="23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7821111" y="3846675"/>
              <a:ext cx="915034" cy="147392"/>
            </a:xfrm>
            <a:custGeom>
              <a:rect b="b" l="l" r="r" t="t"/>
              <a:pathLst>
                <a:path extrusionOk="0" h="2450" w="15210">
                  <a:moveTo>
                    <a:pt x="1225" y="0"/>
                  </a:moveTo>
                  <a:cubicBezTo>
                    <a:pt x="546" y="0"/>
                    <a:pt x="0" y="546"/>
                    <a:pt x="0" y="1225"/>
                  </a:cubicBezTo>
                  <a:cubicBezTo>
                    <a:pt x="0" y="1903"/>
                    <a:pt x="546" y="2449"/>
                    <a:pt x="1225" y="2449"/>
                  </a:cubicBezTo>
                  <a:lnTo>
                    <a:pt x="13985" y="2449"/>
                  </a:lnTo>
                  <a:cubicBezTo>
                    <a:pt x="14663" y="2449"/>
                    <a:pt x="15210" y="1903"/>
                    <a:pt x="15210" y="1225"/>
                  </a:cubicBezTo>
                  <a:cubicBezTo>
                    <a:pt x="15210" y="546"/>
                    <a:pt x="14663" y="0"/>
                    <a:pt x="13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6237531" y="4090874"/>
              <a:ext cx="776485" cy="147332"/>
            </a:xfrm>
            <a:custGeom>
              <a:rect b="b" l="l" r="r" t="t"/>
              <a:pathLst>
                <a:path extrusionOk="0" h="2449" w="12907">
                  <a:moveTo>
                    <a:pt x="1226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6" y="2448"/>
                  </a:cubicBezTo>
                  <a:lnTo>
                    <a:pt x="11682" y="2448"/>
                  </a:lnTo>
                  <a:cubicBezTo>
                    <a:pt x="12361" y="2448"/>
                    <a:pt x="12907" y="1902"/>
                    <a:pt x="12907" y="1224"/>
                  </a:cubicBezTo>
                  <a:cubicBezTo>
                    <a:pt x="12907" y="545"/>
                    <a:pt x="12361" y="0"/>
                    <a:pt x="11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7104283" y="4090874"/>
              <a:ext cx="1631780" cy="147332"/>
            </a:xfrm>
            <a:custGeom>
              <a:rect b="b" l="l" r="r" t="t"/>
              <a:pathLst>
                <a:path extrusionOk="0" h="2449" w="27124">
                  <a:moveTo>
                    <a:pt x="1225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5" y="2448"/>
                  </a:cubicBezTo>
                  <a:lnTo>
                    <a:pt x="25899" y="2448"/>
                  </a:lnTo>
                  <a:cubicBezTo>
                    <a:pt x="26578" y="2448"/>
                    <a:pt x="27124" y="1902"/>
                    <a:pt x="27124" y="1224"/>
                  </a:cubicBezTo>
                  <a:cubicBezTo>
                    <a:pt x="27124" y="545"/>
                    <a:pt x="26578" y="0"/>
                    <a:pt x="2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6237531" y="4334953"/>
              <a:ext cx="1296689" cy="147392"/>
            </a:xfrm>
            <a:custGeom>
              <a:rect b="b" l="l" r="r" t="t"/>
              <a:pathLst>
                <a:path extrusionOk="0" h="2450" w="21554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0329" y="2449"/>
                  </a:lnTo>
                  <a:cubicBezTo>
                    <a:pt x="21007" y="2449"/>
                    <a:pt x="21554" y="1903"/>
                    <a:pt x="21554" y="1225"/>
                  </a:cubicBezTo>
                  <a:cubicBezTo>
                    <a:pt x="21554" y="546"/>
                    <a:pt x="21007" y="0"/>
                    <a:pt x="20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7624502" y="4334953"/>
              <a:ext cx="1111636" cy="147392"/>
            </a:xfrm>
            <a:custGeom>
              <a:rect b="b" l="l" r="r" t="t"/>
              <a:pathLst>
                <a:path extrusionOk="0" h="2450" w="18478">
                  <a:moveTo>
                    <a:pt x="1225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5" y="2449"/>
                  </a:cubicBezTo>
                  <a:lnTo>
                    <a:pt x="17253" y="2449"/>
                  </a:lnTo>
                  <a:cubicBezTo>
                    <a:pt x="17931" y="2449"/>
                    <a:pt x="18478" y="1903"/>
                    <a:pt x="18478" y="1225"/>
                  </a:cubicBezTo>
                  <a:cubicBezTo>
                    <a:pt x="18478" y="546"/>
                    <a:pt x="17931" y="0"/>
                    <a:pt x="17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6237531" y="4579092"/>
              <a:ext cx="1825916" cy="147392"/>
            </a:xfrm>
            <a:custGeom>
              <a:rect b="b" l="l" r="r" t="t"/>
              <a:pathLst>
                <a:path extrusionOk="0" h="2450" w="30351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9126" y="2449"/>
                  </a:lnTo>
                  <a:cubicBezTo>
                    <a:pt x="29804" y="2449"/>
                    <a:pt x="30350" y="1903"/>
                    <a:pt x="30350" y="1225"/>
                  </a:cubicBezTo>
                  <a:cubicBezTo>
                    <a:pt x="30350" y="546"/>
                    <a:pt x="29804" y="0"/>
                    <a:pt x="29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8153746" y="4579092"/>
              <a:ext cx="582349" cy="147392"/>
            </a:xfrm>
            <a:custGeom>
              <a:rect b="b" l="l" r="r" t="t"/>
              <a:pathLst>
                <a:path extrusionOk="0" h="2450" w="9680">
                  <a:moveTo>
                    <a:pt x="1225" y="0"/>
                  </a:moveTo>
                  <a:cubicBezTo>
                    <a:pt x="547" y="0"/>
                    <a:pt x="0" y="546"/>
                    <a:pt x="0" y="1225"/>
                  </a:cubicBezTo>
                  <a:cubicBezTo>
                    <a:pt x="0" y="1903"/>
                    <a:pt x="547" y="2449"/>
                    <a:pt x="1225" y="2449"/>
                  </a:cubicBezTo>
                  <a:lnTo>
                    <a:pt x="8455" y="2449"/>
                  </a:lnTo>
                  <a:cubicBezTo>
                    <a:pt x="9134" y="2449"/>
                    <a:pt x="9680" y="1903"/>
                    <a:pt x="9680" y="1225"/>
                  </a:cubicBezTo>
                  <a:cubicBezTo>
                    <a:pt x="9680" y="546"/>
                    <a:pt x="9134" y="0"/>
                    <a:pt x="8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6237531" y="4823231"/>
              <a:ext cx="940481" cy="147392"/>
            </a:xfrm>
            <a:custGeom>
              <a:rect b="b" l="l" r="r" t="t"/>
              <a:pathLst>
                <a:path extrusionOk="0" h="2450" w="15633">
                  <a:moveTo>
                    <a:pt x="1226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6" y="2450"/>
                  </a:cubicBezTo>
                  <a:lnTo>
                    <a:pt x="14408" y="2450"/>
                  </a:lnTo>
                  <a:cubicBezTo>
                    <a:pt x="15086" y="2450"/>
                    <a:pt x="15632" y="1903"/>
                    <a:pt x="15632" y="1225"/>
                  </a:cubicBezTo>
                  <a:cubicBezTo>
                    <a:pt x="15632" y="547"/>
                    <a:pt x="15086" y="0"/>
                    <a:pt x="14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7268344" y="4823231"/>
              <a:ext cx="1467784" cy="147392"/>
            </a:xfrm>
            <a:custGeom>
              <a:rect b="b" l="l" r="r" t="t"/>
              <a:pathLst>
                <a:path extrusionOk="0" h="2450" w="24398">
                  <a:moveTo>
                    <a:pt x="1225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5" y="2450"/>
                  </a:cubicBezTo>
                  <a:lnTo>
                    <a:pt x="23173" y="2450"/>
                  </a:lnTo>
                  <a:cubicBezTo>
                    <a:pt x="23851" y="2450"/>
                    <a:pt x="24398" y="1903"/>
                    <a:pt x="24398" y="1225"/>
                  </a:cubicBezTo>
                  <a:cubicBezTo>
                    <a:pt x="24398" y="547"/>
                    <a:pt x="23851" y="0"/>
                    <a:pt x="23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3" name="Google Shape;463;p36"/>
          <p:cNvGrpSpPr/>
          <p:nvPr/>
        </p:nvGrpSpPr>
        <p:grpSpPr>
          <a:xfrm rot="5400000">
            <a:off x="790490" y="3751532"/>
            <a:ext cx="753870" cy="1744298"/>
            <a:chOff x="5088650" y="245050"/>
            <a:chExt cx="1046025" cy="2420283"/>
          </a:xfrm>
        </p:grpSpPr>
        <p:sp>
          <p:nvSpPr>
            <p:cNvPr id="464" name="Google Shape;464;p36"/>
            <p:cNvSpPr/>
            <p:nvPr/>
          </p:nvSpPr>
          <p:spPr>
            <a:xfrm>
              <a:off x="5547343" y="1580799"/>
              <a:ext cx="128662" cy="1084534"/>
            </a:xfrm>
            <a:custGeom>
              <a:rect b="b" l="l" r="r" t="t"/>
              <a:pathLst>
                <a:path extrusionOk="0" h="18637" w="5147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5425725" y="1130250"/>
              <a:ext cx="371850" cy="829500"/>
            </a:xfrm>
            <a:custGeom>
              <a:rect b="b" l="l" r="r" t="t"/>
              <a:pathLst>
                <a:path extrusionOk="0" h="33180" w="14874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6"/>
            <p:cNvSpPr/>
            <p:nvPr/>
          </p:nvSpPr>
          <p:spPr>
            <a:xfrm>
              <a:off x="532515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6"/>
            <p:cNvSpPr/>
            <p:nvPr/>
          </p:nvSpPr>
          <p:spPr>
            <a:xfrm>
              <a:off x="569700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5088650" y="767125"/>
              <a:ext cx="1046025" cy="726250"/>
            </a:xfrm>
            <a:custGeom>
              <a:rect b="b" l="l" r="r" t="t"/>
              <a:pathLst>
                <a:path extrusionOk="0" h="29050" w="41841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6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rect b="b" l="l" r="r" t="t"/>
              <a:pathLst>
                <a:path extrusionOk="0" h="12396" w="8494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 rot="10800000">
            <a:off x="4829409" y="-14239"/>
            <a:ext cx="753870" cy="1509637"/>
            <a:chOff x="5088650" y="245050"/>
            <a:chExt cx="1046025" cy="2094681"/>
          </a:xfrm>
        </p:grpSpPr>
        <p:sp>
          <p:nvSpPr>
            <p:cNvPr id="471" name="Google Shape;471;p36"/>
            <p:cNvSpPr/>
            <p:nvPr/>
          </p:nvSpPr>
          <p:spPr>
            <a:xfrm>
              <a:off x="5547342" y="1580832"/>
              <a:ext cx="128662" cy="758899"/>
            </a:xfrm>
            <a:custGeom>
              <a:rect b="b" l="l" r="r" t="t"/>
              <a:pathLst>
                <a:path extrusionOk="0" h="18637" w="5147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5425725" y="1130250"/>
              <a:ext cx="371850" cy="829500"/>
            </a:xfrm>
            <a:custGeom>
              <a:rect b="b" l="l" r="r" t="t"/>
              <a:pathLst>
                <a:path extrusionOk="0" h="33180" w="14874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36"/>
            <p:cNvSpPr/>
            <p:nvPr/>
          </p:nvSpPr>
          <p:spPr>
            <a:xfrm>
              <a:off x="532515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6"/>
            <p:cNvSpPr/>
            <p:nvPr/>
          </p:nvSpPr>
          <p:spPr>
            <a:xfrm>
              <a:off x="569700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36"/>
            <p:cNvSpPr/>
            <p:nvPr/>
          </p:nvSpPr>
          <p:spPr>
            <a:xfrm>
              <a:off x="5088650" y="767125"/>
              <a:ext cx="1046025" cy="726250"/>
            </a:xfrm>
            <a:custGeom>
              <a:rect b="b" l="l" r="r" t="t"/>
              <a:pathLst>
                <a:path extrusionOk="0" h="29050" w="41841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36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rect b="b" l="l" r="r" t="t"/>
              <a:pathLst>
                <a:path extrusionOk="0" h="12396" w="8494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Google Shape;481;p37"/>
          <p:cNvGrpSpPr/>
          <p:nvPr/>
        </p:nvGrpSpPr>
        <p:grpSpPr>
          <a:xfrm flipH="1">
            <a:off x="5914771" y="91"/>
            <a:ext cx="3229222" cy="820210"/>
            <a:chOff x="5914788" y="4092325"/>
            <a:chExt cx="3229222" cy="1032360"/>
          </a:xfrm>
        </p:grpSpPr>
        <p:sp>
          <p:nvSpPr>
            <p:cNvPr id="482" name="Google Shape;482;p37"/>
            <p:cNvSpPr/>
            <p:nvPr/>
          </p:nvSpPr>
          <p:spPr>
            <a:xfrm>
              <a:off x="9046392" y="5030625"/>
              <a:ext cx="97591" cy="94060"/>
            </a:xfrm>
            <a:custGeom>
              <a:rect b="b" l="l" r="r" t="t"/>
              <a:pathLst>
                <a:path extrusionOk="0" h="1467" w="1522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37"/>
            <p:cNvSpPr/>
            <p:nvPr/>
          </p:nvSpPr>
          <p:spPr>
            <a:xfrm>
              <a:off x="8686560" y="4683876"/>
              <a:ext cx="457432" cy="440808"/>
            </a:xfrm>
            <a:custGeom>
              <a:rect b="b" l="l" r="r" t="t"/>
              <a:pathLst>
                <a:path extrusionOk="0" h="6875" w="7134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37"/>
            <p:cNvSpPr/>
            <p:nvPr/>
          </p:nvSpPr>
          <p:spPr>
            <a:xfrm>
              <a:off x="8899497" y="4889053"/>
              <a:ext cx="244490" cy="235632"/>
            </a:xfrm>
            <a:custGeom>
              <a:rect b="b" l="l" r="r" t="t"/>
              <a:pathLst>
                <a:path extrusionOk="0" h="3675" w="3813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7966831" y="4092325"/>
              <a:ext cx="1177179" cy="1032356"/>
            </a:xfrm>
            <a:custGeom>
              <a:rect b="b" l="l" r="r" t="t"/>
              <a:pathLst>
                <a:path extrusionOk="0" h="16101" w="18359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5914788" y="4092325"/>
              <a:ext cx="457432" cy="440808"/>
            </a:xfrm>
            <a:custGeom>
              <a:rect b="b" l="l" r="r" t="t"/>
              <a:pathLst>
                <a:path extrusionOk="0" h="6875" w="7134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7606935" y="4092325"/>
              <a:ext cx="1284388" cy="1032356"/>
            </a:xfrm>
            <a:custGeom>
              <a:rect b="b" l="l" r="r" t="t"/>
              <a:pathLst>
                <a:path extrusionOk="0" h="16101" w="20031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5914788" y="4092325"/>
              <a:ext cx="97591" cy="94060"/>
            </a:xfrm>
            <a:custGeom>
              <a:rect b="b" l="l" r="r" t="t"/>
              <a:pathLst>
                <a:path extrusionOk="0" h="1467" w="1522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8326728" y="4337127"/>
              <a:ext cx="817274" cy="787555"/>
            </a:xfrm>
            <a:custGeom>
              <a:rect b="b" l="l" r="r" t="t"/>
              <a:pathLst>
                <a:path extrusionOk="0" h="12283" w="12746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6527310" y="4092325"/>
              <a:ext cx="1284452" cy="1032356"/>
            </a:xfrm>
            <a:custGeom>
              <a:rect b="b" l="l" r="r" t="t"/>
              <a:pathLst>
                <a:path extrusionOk="0" h="16101" w="20032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7247039" y="4092325"/>
              <a:ext cx="1284452" cy="1032356"/>
            </a:xfrm>
            <a:custGeom>
              <a:rect b="b" l="l" r="r" t="t"/>
              <a:pathLst>
                <a:path extrusionOk="0" h="16101" w="20032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6887207" y="4092325"/>
              <a:ext cx="1284388" cy="1032356"/>
            </a:xfrm>
            <a:custGeom>
              <a:rect b="b" l="l" r="r" t="t"/>
              <a:pathLst>
                <a:path extrusionOk="0" h="16101" w="20031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6167478" y="4092325"/>
              <a:ext cx="1284388" cy="1032356"/>
            </a:xfrm>
            <a:custGeom>
              <a:rect b="b" l="l" r="r" t="t"/>
              <a:pathLst>
                <a:path extrusionOk="0" h="16101" w="20031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7"/>
            <p:cNvSpPr/>
            <p:nvPr/>
          </p:nvSpPr>
          <p:spPr>
            <a:xfrm>
              <a:off x="5914788" y="4092325"/>
              <a:ext cx="1177243" cy="1032356"/>
            </a:xfrm>
            <a:custGeom>
              <a:rect b="b" l="l" r="r" t="t"/>
              <a:pathLst>
                <a:path extrusionOk="0" h="16101" w="1836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7"/>
            <p:cNvSpPr/>
            <p:nvPr/>
          </p:nvSpPr>
          <p:spPr>
            <a:xfrm>
              <a:off x="5914788" y="4092325"/>
              <a:ext cx="817274" cy="787555"/>
            </a:xfrm>
            <a:custGeom>
              <a:rect b="b" l="l" r="r" t="t"/>
              <a:pathLst>
                <a:path extrusionOk="0" h="12283" w="12746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5914788" y="4092325"/>
              <a:ext cx="244554" cy="235632"/>
            </a:xfrm>
            <a:custGeom>
              <a:rect b="b" l="l" r="r" t="t"/>
              <a:pathLst>
                <a:path extrusionOk="0" h="3675" w="3814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5914788" y="4092325"/>
              <a:ext cx="604459" cy="582379"/>
            </a:xfrm>
            <a:custGeom>
              <a:rect b="b" l="l" r="r" t="t"/>
              <a:pathLst>
                <a:path extrusionOk="0" h="9083" w="9427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5914788" y="4092325"/>
              <a:ext cx="964301" cy="929127"/>
            </a:xfrm>
            <a:custGeom>
              <a:rect b="b" l="l" r="r" t="t"/>
              <a:pathLst>
                <a:path extrusionOk="0" h="14491" w="15039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020519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6380415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6740248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37"/>
            <p:cNvSpPr/>
            <p:nvPr/>
          </p:nvSpPr>
          <p:spPr>
            <a:xfrm>
              <a:off x="7100144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37"/>
            <p:cNvSpPr/>
            <p:nvPr/>
          </p:nvSpPr>
          <p:spPr>
            <a:xfrm>
              <a:off x="7459976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37"/>
            <p:cNvSpPr/>
            <p:nvPr/>
          </p:nvSpPr>
          <p:spPr>
            <a:xfrm>
              <a:off x="7819808" y="4092325"/>
              <a:ext cx="1218472" cy="1032356"/>
            </a:xfrm>
            <a:custGeom>
              <a:rect b="b" l="l" r="r" t="t"/>
              <a:pathLst>
                <a:path extrusionOk="0" h="16101" w="19003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37"/>
            <p:cNvSpPr/>
            <p:nvPr/>
          </p:nvSpPr>
          <p:spPr>
            <a:xfrm>
              <a:off x="8179704" y="4195555"/>
              <a:ext cx="964301" cy="929127"/>
            </a:xfrm>
            <a:custGeom>
              <a:rect b="b" l="l" r="r" t="t"/>
              <a:pathLst>
                <a:path extrusionOk="0" h="14491" w="15039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7"/>
            <p:cNvSpPr/>
            <p:nvPr/>
          </p:nvSpPr>
          <p:spPr>
            <a:xfrm>
              <a:off x="8539601" y="4542304"/>
              <a:ext cx="604395" cy="582379"/>
            </a:xfrm>
            <a:custGeom>
              <a:rect b="b" l="l" r="r" t="t"/>
              <a:pathLst>
                <a:path extrusionOk="0" h="9083" w="9426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7" name="Google Shape;507;p37"/>
          <p:cNvSpPr/>
          <p:nvPr/>
        </p:nvSpPr>
        <p:spPr>
          <a:xfrm flipH="1">
            <a:off x="5914780" y="781075"/>
            <a:ext cx="3229200" cy="352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7"/>
          <p:cNvSpPr/>
          <p:nvPr/>
        </p:nvSpPr>
        <p:spPr>
          <a:xfrm flipH="1">
            <a:off x="5914780" y="4301738"/>
            <a:ext cx="3229200" cy="841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7"/>
          <p:cNvSpPr/>
          <p:nvPr/>
        </p:nvSpPr>
        <p:spPr>
          <a:xfrm>
            <a:off x="2159175" y="668406"/>
            <a:ext cx="1792800" cy="1792800"/>
          </a:xfrm>
          <a:prstGeom prst="roundRect">
            <a:avLst>
              <a:gd fmla="val 3157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7"/>
          <p:cNvSpPr txBox="1"/>
          <p:nvPr>
            <p:ph idx="2" type="title"/>
          </p:nvPr>
        </p:nvSpPr>
        <p:spPr>
          <a:xfrm>
            <a:off x="2020125" y="1013256"/>
            <a:ext cx="20709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11" name="Google Shape;511;p37"/>
          <p:cNvSpPr txBox="1"/>
          <p:nvPr>
            <p:ph type="title"/>
          </p:nvPr>
        </p:nvSpPr>
        <p:spPr>
          <a:xfrm>
            <a:off x="1100925" y="2587625"/>
            <a:ext cx="4813842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4000"/>
              <a:t>DECIMAL TO BCD</a:t>
            </a:r>
            <a:endParaRPr/>
          </a:p>
        </p:txBody>
      </p:sp>
      <p:grpSp>
        <p:nvGrpSpPr>
          <p:cNvPr id="512" name="Google Shape;512;p37"/>
          <p:cNvGrpSpPr/>
          <p:nvPr/>
        </p:nvGrpSpPr>
        <p:grpSpPr>
          <a:xfrm flipH="1">
            <a:off x="7064394" y="766804"/>
            <a:ext cx="910812" cy="1660393"/>
            <a:chOff x="-2015525" y="1207150"/>
            <a:chExt cx="1253526" cy="2285783"/>
          </a:xfrm>
        </p:grpSpPr>
        <p:sp>
          <p:nvSpPr>
            <p:cNvPr id="513" name="Google Shape;513;p37"/>
            <p:cNvSpPr/>
            <p:nvPr/>
          </p:nvSpPr>
          <p:spPr>
            <a:xfrm>
              <a:off x="-1465816" y="1207150"/>
              <a:ext cx="154217" cy="558388"/>
            </a:xfrm>
            <a:custGeom>
              <a:rect b="b" l="l" r="r" t="t"/>
              <a:pathLst>
                <a:path extrusionOk="0" h="10102" w="279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7"/>
            <p:cNvSpPr/>
            <p:nvPr/>
          </p:nvSpPr>
          <p:spPr>
            <a:xfrm>
              <a:off x="-1611576" y="1438143"/>
              <a:ext cx="445682" cy="994066"/>
            </a:xfrm>
            <a:custGeom>
              <a:rect b="b" l="l" r="r" t="t"/>
              <a:pathLst>
                <a:path extrusionOk="0" h="17984" w="8063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7"/>
            <p:cNvSpPr/>
            <p:nvPr/>
          </p:nvSpPr>
          <p:spPr>
            <a:xfrm>
              <a:off x="-1286504" y="2353439"/>
              <a:ext cx="241110" cy="1139494"/>
            </a:xfrm>
            <a:custGeom>
              <a:rect b="b" l="l" r="r" t="t"/>
              <a:pathLst>
                <a:path extrusionOk="0" h="20615" w="4362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7"/>
            <p:cNvSpPr/>
            <p:nvPr/>
          </p:nvSpPr>
          <p:spPr>
            <a:xfrm>
              <a:off x="-1732130" y="2353439"/>
              <a:ext cx="241165" cy="1139494"/>
            </a:xfrm>
            <a:custGeom>
              <a:rect b="b" l="l" r="r" t="t"/>
              <a:pathLst>
                <a:path extrusionOk="0" h="20615" w="4363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7"/>
            <p:cNvSpPr/>
            <p:nvPr/>
          </p:nvSpPr>
          <p:spPr>
            <a:xfrm>
              <a:off x="-2015525" y="1996972"/>
              <a:ext cx="1253526" cy="870360"/>
            </a:xfrm>
            <a:custGeom>
              <a:rect b="b" l="l" r="r" t="t"/>
              <a:pathLst>
                <a:path extrusionOk="0" h="15746" w="22678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3875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7"/>
            <p:cNvSpPr/>
            <p:nvPr/>
          </p:nvSpPr>
          <p:spPr>
            <a:xfrm>
              <a:off x="-1515066" y="2225036"/>
              <a:ext cx="252607" cy="368518"/>
            </a:xfrm>
            <a:custGeom>
              <a:rect b="b" l="l" r="r" t="t"/>
              <a:pathLst>
                <a:path extrusionOk="0" h="6667" w="457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9" name="Google Shape;519;p37"/>
          <p:cNvGrpSpPr/>
          <p:nvPr/>
        </p:nvGrpSpPr>
        <p:grpSpPr>
          <a:xfrm flipH="1" rot="10800000">
            <a:off x="7064394" y="2641324"/>
            <a:ext cx="910812" cy="1660393"/>
            <a:chOff x="-2015525" y="1207150"/>
            <a:chExt cx="1253526" cy="2285783"/>
          </a:xfrm>
        </p:grpSpPr>
        <p:sp>
          <p:nvSpPr>
            <p:cNvPr id="520" name="Google Shape;520;p37"/>
            <p:cNvSpPr/>
            <p:nvPr/>
          </p:nvSpPr>
          <p:spPr>
            <a:xfrm>
              <a:off x="-1465816" y="1207150"/>
              <a:ext cx="154217" cy="558388"/>
            </a:xfrm>
            <a:custGeom>
              <a:rect b="b" l="l" r="r" t="t"/>
              <a:pathLst>
                <a:path extrusionOk="0" h="10102" w="279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7"/>
            <p:cNvSpPr/>
            <p:nvPr/>
          </p:nvSpPr>
          <p:spPr>
            <a:xfrm>
              <a:off x="-1611576" y="1438143"/>
              <a:ext cx="445682" cy="994066"/>
            </a:xfrm>
            <a:custGeom>
              <a:rect b="b" l="l" r="r" t="t"/>
              <a:pathLst>
                <a:path extrusionOk="0" h="17984" w="8063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37"/>
            <p:cNvSpPr/>
            <p:nvPr/>
          </p:nvSpPr>
          <p:spPr>
            <a:xfrm>
              <a:off x="-1286504" y="2353439"/>
              <a:ext cx="241110" cy="1139494"/>
            </a:xfrm>
            <a:custGeom>
              <a:rect b="b" l="l" r="r" t="t"/>
              <a:pathLst>
                <a:path extrusionOk="0" h="20615" w="4362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37"/>
            <p:cNvSpPr/>
            <p:nvPr/>
          </p:nvSpPr>
          <p:spPr>
            <a:xfrm>
              <a:off x="-1732130" y="2353439"/>
              <a:ext cx="241165" cy="1139494"/>
            </a:xfrm>
            <a:custGeom>
              <a:rect b="b" l="l" r="r" t="t"/>
              <a:pathLst>
                <a:path extrusionOk="0" h="20615" w="4363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37"/>
            <p:cNvSpPr/>
            <p:nvPr/>
          </p:nvSpPr>
          <p:spPr>
            <a:xfrm>
              <a:off x="-2015525" y="1996972"/>
              <a:ext cx="1253526" cy="870360"/>
            </a:xfrm>
            <a:custGeom>
              <a:rect b="b" l="l" r="r" t="t"/>
              <a:pathLst>
                <a:path extrusionOk="0" h="15746" w="22678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3875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7"/>
            <p:cNvSpPr/>
            <p:nvPr/>
          </p:nvSpPr>
          <p:spPr>
            <a:xfrm>
              <a:off x="-1515066" y="2225036"/>
              <a:ext cx="252607" cy="368518"/>
            </a:xfrm>
            <a:custGeom>
              <a:rect b="b" l="l" r="r" t="t"/>
              <a:pathLst>
                <a:path extrusionOk="0" h="6667" w="457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6" name="Google Shape;526;p37"/>
          <p:cNvGrpSpPr/>
          <p:nvPr/>
        </p:nvGrpSpPr>
        <p:grpSpPr>
          <a:xfrm flipH="1">
            <a:off x="6086153" y="4429063"/>
            <a:ext cx="2867297" cy="587084"/>
            <a:chOff x="207675" y="127350"/>
            <a:chExt cx="2867297" cy="587084"/>
          </a:xfrm>
        </p:grpSpPr>
        <p:grpSp>
          <p:nvGrpSpPr>
            <p:cNvPr id="527" name="Google Shape;527;p37"/>
            <p:cNvGrpSpPr/>
            <p:nvPr/>
          </p:nvGrpSpPr>
          <p:grpSpPr>
            <a:xfrm>
              <a:off x="207675" y="127350"/>
              <a:ext cx="1712411" cy="587084"/>
              <a:chOff x="1722125" y="3637225"/>
              <a:chExt cx="1075500" cy="368725"/>
            </a:xfrm>
          </p:grpSpPr>
          <p:sp>
            <p:nvSpPr>
              <p:cNvPr id="528" name="Google Shape;528;p37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rect b="b" l="l" r="r" t="t"/>
                <a:pathLst>
                  <a:path extrusionOk="0" h="12100" w="2155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37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rect b="b" l="l" r="r" t="t"/>
                <a:pathLst>
                  <a:path extrusionOk="0" h="4244" w="7117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37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rect b="b" l="l" r="r" t="t"/>
                <a:pathLst>
                  <a:path extrusionOk="0" h="12100" w="2155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37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rect b="b" l="l" r="r" t="t"/>
                <a:pathLst>
                  <a:path extrusionOk="0" h="4243" w="7117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37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rect b="b" l="l" r="r" t="t"/>
                <a:pathLst>
                  <a:path extrusionOk="0" h="12100" w="2156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37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rect b="b" l="l" r="r" t="t"/>
                <a:pathLst>
                  <a:path extrusionOk="0" h="4244" w="7117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37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rect b="b" l="l" r="r" t="t"/>
                <a:pathLst>
                  <a:path extrusionOk="0" h="12100" w="2156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7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rect b="b" l="l" r="r" t="t"/>
                <a:pathLst>
                  <a:path extrusionOk="0" h="4243" w="7118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7"/>
              <p:cNvSpPr/>
              <p:nvPr/>
            </p:nvSpPr>
            <p:spPr>
              <a:xfrm>
                <a:off x="2501125" y="3703450"/>
                <a:ext cx="53900" cy="302500"/>
              </a:xfrm>
              <a:custGeom>
                <a:rect b="b" l="l" r="r" t="t"/>
                <a:pathLst>
                  <a:path extrusionOk="0" h="12100" w="2156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37"/>
              <p:cNvSpPr/>
              <p:nvPr/>
            </p:nvSpPr>
            <p:spPr>
              <a:xfrm>
                <a:off x="2439125" y="3637225"/>
                <a:ext cx="177925" cy="106100"/>
              </a:xfrm>
              <a:custGeom>
                <a:rect b="b" l="l" r="r" t="t"/>
                <a:pathLst>
                  <a:path extrusionOk="0" h="4244" w="7117">
                    <a:moveTo>
                      <a:pt x="3558" y="1"/>
                    </a:moveTo>
                    <a:lnTo>
                      <a:pt x="1" y="4243"/>
                    </a:lnTo>
                    <a:lnTo>
                      <a:pt x="7116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37"/>
              <p:cNvSpPr/>
              <p:nvPr/>
            </p:nvSpPr>
            <p:spPr>
              <a:xfrm>
                <a:off x="2681725" y="3637225"/>
                <a:ext cx="53875" cy="302500"/>
              </a:xfrm>
              <a:custGeom>
                <a:rect b="b" l="l" r="r" t="t"/>
                <a:pathLst>
                  <a:path extrusionOk="0" h="12100" w="2155">
                    <a:moveTo>
                      <a:pt x="0" y="1"/>
                    </a:moveTo>
                    <a:lnTo>
                      <a:pt x="0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37"/>
              <p:cNvSpPr/>
              <p:nvPr/>
            </p:nvSpPr>
            <p:spPr>
              <a:xfrm>
                <a:off x="2619700" y="3899875"/>
                <a:ext cx="177925" cy="106075"/>
              </a:xfrm>
              <a:custGeom>
                <a:rect b="b" l="l" r="r" t="t"/>
                <a:pathLst>
                  <a:path extrusionOk="0" h="4243" w="7117">
                    <a:moveTo>
                      <a:pt x="1" y="0"/>
                    </a:moveTo>
                    <a:lnTo>
                      <a:pt x="3558" y="4242"/>
                    </a:lnTo>
                    <a:lnTo>
                      <a:pt x="71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0" name="Google Shape;540;p37"/>
            <p:cNvGrpSpPr/>
            <p:nvPr/>
          </p:nvGrpSpPr>
          <p:grpSpPr>
            <a:xfrm>
              <a:off x="1933325" y="127350"/>
              <a:ext cx="1141647" cy="587084"/>
              <a:chOff x="1722125" y="3637225"/>
              <a:chExt cx="717025" cy="368725"/>
            </a:xfrm>
          </p:grpSpPr>
          <p:sp>
            <p:nvSpPr>
              <p:cNvPr id="541" name="Google Shape;541;p37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rect b="b" l="l" r="r" t="t"/>
                <a:pathLst>
                  <a:path extrusionOk="0" h="12100" w="2155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37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rect b="b" l="l" r="r" t="t"/>
                <a:pathLst>
                  <a:path extrusionOk="0" h="4244" w="7117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37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rect b="b" l="l" r="r" t="t"/>
                <a:pathLst>
                  <a:path extrusionOk="0" h="12100" w="2155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37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rect b="b" l="l" r="r" t="t"/>
                <a:pathLst>
                  <a:path extrusionOk="0" h="4243" w="7117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37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rect b="b" l="l" r="r" t="t"/>
                <a:pathLst>
                  <a:path extrusionOk="0" h="12100" w="2156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37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rect b="b" l="l" r="r" t="t"/>
                <a:pathLst>
                  <a:path extrusionOk="0" h="4244" w="7117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37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rect b="b" l="l" r="r" t="t"/>
                <a:pathLst>
                  <a:path extrusionOk="0" h="12100" w="2156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7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rect b="b" l="l" r="r" t="t"/>
                <a:pathLst>
                  <a:path extrusionOk="0" h="4243" w="7118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9" name="Google Shape;549;p37"/>
          <p:cNvGrpSpPr/>
          <p:nvPr/>
        </p:nvGrpSpPr>
        <p:grpSpPr>
          <a:xfrm rot="10800000">
            <a:off x="4829409" y="-14239"/>
            <a:ext cx="753870" cy="1509637"/>
            <a:chOff x="5088650" y="245050"/>
            <a:chExt cx="1046025" cy="2094681"/>
          </a:xfrm>
        </p:grpSpPr>
        <p:sp>
          <p:nvSpPr>
            <p:cNvPr id="550" name="Google Shape;550;p37"/>
            <p:cNvSpPr/>
            <p:nvPr/>
          </p:nvSpPr>
          <p:spPr>
            <a:xfrm>
              <a:off x="5547342" y="1580832"/>
              <a:ext cx="128662" cy="758899"/>
            </a:xfrm>
            <a:custGeom>
              <a:rect b="b" l="l" r="r" t="t"/>
              <a:pathLst>
                <a:path extrusionOk="0" h="18637" w="5147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37"/>
            <p:cNvSpPr/>
            <p:nvPr/>
          </p:nvSpPr>
          <p:spPr>
            <a:xfrm>
              <a:off x="5425725" y="1130250"/>
              <a:ext cx="371850" cy="829500"/>
            </a:xfrm>
            <a:custGeom>
              <a:rect b="b" l="l" r="r" t="t"/>
              <a:pathLst>
                <a:path extrusionOk="0" h="33180" w="14874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37"/>
            <p:cNvSpPr/>
            <p:nvPr/>
          </p:nvSpPr>
          <p:spPr>
            <a:xfrm>
              <a:off x="532515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7"/>
            <p:cNvSpPr/>
            <p:nvPr/>
          </p:nvSpPr>
          <p:spPr>
            <a:xfrm>
              <a:off x="569700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7"/>
            <p:cNvSpPr/>
            <p:nvPr/>
          </p:nvSpPr>
          <p:spPr>
            <a:xfrm>
              <a:off x="5088650" y="767125"/>
              <a:ext cx="1046025" cy="726250"/>
            </a:xfrm>
            <a:custGeom>
              <a:rect b="b" l="l" r="r" t="t"/>
              <a:pathLst>
                <a:path extrusionOk="0" h="29050" w="41841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7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rect b="b" l="l" r="r" t="t"/>
              <a:pathLst>
                <a:path extrusionOk="0" h="12396" w="8494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6" name="Google Shape;556;p37"/>
          <p:cNvSpPr txBox="1"/>
          <p:nvPr/>
        </p:nvSpPr>
        <p:spPr>
          <a:xfrm>
            <a:off x="4572000" y="4774200"/>
            <a:ext cx="13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Mỹ Duyên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:fade thruBlk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8"/>
          <p:cNvSpPr txBox="1"/>
          <p:nvPr>
            <p:ph type="title"/>
          </p:nvPr>
        </p:nvSpPr>
        <p:spPr>
          <a:xfrm>
            <a:off x="634479" y="139040"/>
            <a:ext cx="7704025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 sz="2800">
                <a:latin typeface="Calibri"/>
                <a:ea typeface="Calibri"/>
                <a:cs typeface="Calibri"/>
                <a:sym typeface="Calibri"/>
              </a:rPr>
              <a:t>Decimal to BCD Encoding – BCD Code (Binary-Coded Decimal)</a:t>
            </a:r>
            <a:endParaRPr sz="2800"/>
          </a:p>
        </p:txBody>
      </p:sp>
      <p:pic>
        <p:nvPicPr>
          <p:cNvPr descr="Binary Coded Decimal - BCD - Electronics-Lab.com" id="562" name="Google Shape;56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8200" y="1105094"/>
            <a:ext cx="3730525" cy="4177381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38"/>
          <p:cNvSpPr/>
          <p:nvPr/>
        </p:nvSpPr>
        <p:spPr>
          <a:xfrm>
            <a:off x="1018000" y="1216125"/>
            <a:ext cx="3948900" cy="19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decimal to BCD encoder is a combinational circuit that converts a decimal digit (0–9) into its 4-bit binary-coded decimal (BCD) form.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8"/>
          <p:cNvSpPr txBox="1"/>
          <p:nvPr/>
        </p:nvSpPr>
        <p:spPr>
          <a:xfrm>
            <a:off x="295625" y="4774200"/>
            <a:ext cx="13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Mỹ Duyên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9"/>
          <p:cNvSpPr txBox="1"/>
          <p:nvPr>
            <p:ph type="title"/>
          </p:nvPr>
        </p:nvSpPr>
        <p:spPr>
          <a:xfrm>
            <a:off x="562118" y="173187"/>
            <a:ext cx="2654728" cy="3991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400"/>
              <a:t>TRUTH TABLE :</a:t>
            </a:r>
            <a:endParaRPr sz="2400"/>
          </a:p>
        </p:txBody>
      </p:sp>
      <p:pic>
        <p:nvPicPr>
          <p:cNvPr id="570" name="Google Shape;57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264" y="609811"/>
            <a:ext cx="7433611" cy="295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9"/>
          <p:cNvSpPr txBox="1"/>
          <p:nvPr/>
        </p:nvSpPr>
        <p:spPr>
          <a:xfrm>
            <a:off x="832314" y="3602985"/>
            <a:ext cx="4874700" cy="1515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210" l="-49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2" name="Google Shape;572;p39"/>
          <p:cNvSpPr txBox="1"/>
          <p:nvPr/>
        </p:nvSpPr>
        <p:spPr>
          <a:xfrm>
            <a:off x="7499500" y="4774200"/>
            <a:ext cx="13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Mỹ Duyên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905" y="149564"/>
            <a:ext cx="6894182" cy="4624627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40"/>
          <p:cNvSpPr txBox="1"/>
          <p:nvPr/>
        </p:nvSpPr>
        <p:spPr>
          <a:xfrm>
            <a:off x="7506925" y="4774200"/>
            <a:ext cx="13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Mỹ Duyên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1"/>
          <p:cNvSpPr/>
          <p:nvPr/>
        </p:nvSpPr>
        <p:spPr>
          <a:xfrm flipH="1">
            <a:off x="-9600" y="781000"/>
            <a:ext cx="3229200" cy="359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41"/>
          <p:cNvSpPr/>
          <p:nvPr/>
        </p:nvSpPr>
        <p:spPr>
          <a:xfrm flipH="1">
            <a:off x="-9593" y="-12"/>
            <a:ext cx="3229200" cy="841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5" name="Google Shape;585;p41"/>
          <p:cNvGrpSpPr/>
          <p:nvPr/>
        </p:nvGrpSpPr>
        <p:grpSpPr>
          <a:xfrm flipH="1">
            <a:off x="-9592" y="4324341"/>
            <a:ext cx="3229222" cy="820210"/>
            <a:chOff x="5914788" y="4092325"/>
            <a:chExt cx="3229222" cy="1032360"/>
          </a:xfrm>
        </p:grpSpPr>
        <p:sp>
          <p:nvSpPr>
            <p:cNvPr id="586" name="Google Shape;586;p41"/>
            <p:cNvSpPr/>
            <p:nvPr/>
          </p:nvSpPr>
          <p:spPr>
            <a:xfrm>
              <a:off x="9046392" y="5030625"/>
              <a:ext cx="97591" cy="94060"/>
            </a:xfrm>
            <a:custGeom>
              <a:rect b="b" l="l" r="r" t="t"/>
              <a:pathLst>
                <a:path extrusionOk="0" h="1467" w="1522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1"/>
            <p:cNvSpPr/>
            <p:nvPr/>
          </p:nvSpPr>
          <p:spPr>
            <a:xfrm>
              <a:off x="8686560" y="4683876"/>
              <a:ext cx="457432" cy="440808"/>
            </a:xfrm>
            <a:custGeom>
              <a:rect b="b" l="l" r="r" t="t"/>
              <a:pathLst>
                <a:path extrusionOk="0" h="6875" w="7134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1"/>
            <p:cNvSpPr/>
            <p:nvPr/>
          </p:nvSpPr>
          <p:spPr>
            <a:xfrm>
              <a:off x="8899497" y="4889053"/>
              <a:ext cx="244490" cy="235632"/>
            </a:xfrm>
            <a:custGeom>
              <a:rect b="b" l="l" r="r" t="t"/>
              <a:pathLst>
                <a:path extrusionOk="0" h="3675" w="3813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1"/>
            <p:cNvSpPr/>
            <p:nvPr/>
          </p:nvSpPr>
          <p:spPr>
            <a:xfrm>
              <a:off x="7966831" y="4092325"/>
              <a:ext cx="1177179" cy="1032356"/>
            </a:xfrm>
            <a:custGeom>
              <a:rect b="b" l="l" r="r" t="t"/>
              <a:pathLst>
                <a:path extrusionOk="0" h="16101" w="18359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1"/>
            <p:cNvSpPr/>
            <p:nvPr/>
          </p:nvSpPr>
          <p:spPr>
            <a:xfrm>
              <a:off x="5914788" y="4092325"/>
              <a:ext cx="457432" cy="440808"/>
            </a:xfrm>
            <a:custGeom>
              <a:rect b="b" l="l" r="r" t="t"/>
              <a:pathLst>
                <a:path extrusionOk="0" h="6875" w="7134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1"/>
            <p:cNvSpPr/>
            <p:nvPr/>
          </p:nvSpPr>
          <p:spPr>
            <a:xfrm>
              <a:off x="7606935" y="4092325"/>
              <a:ext cx="1284388" cy="1032356"/>
            </a:xfrm>
            <a:custGeom>
              <a:rect b="b" l="l" r="r" t="t"/>
              <a:pathLst>
                <a:path extrusionOk="0" h="16101" w="20031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1"/>
            <p:cNvSpPr/>
            <p:nvPr/>
          </p:nvSpPr>
          <p:spPr>
            <a:xfrm>
              <a:off x="5914788" y="4092325"/>
              <a:ext cx="97591" cy="94060"/>
            </a:xfrm>
            <a:custGeom>
              <a:rect b="b" l="l" r="r" t="t"/>
              <a:pathLst>
                <a:path extrusionOk="0" h="1467" w="1522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1"/>
            <p:cNvSpPr/>
            <p:nvPr/>
          </p:nvSpPr>
          <p:spPr>
            <a:xfrm>
              <a:off x="8326728" y="4337127"/>
              <a:ext cx="817274" cy="787555"/>
            </a:xfrm>
            <a:custGeom>
              <a:rect b="b" l="l" r="r" t="t"/>
              <a:pathLst>
                <a:path extrusionOk="0" h="12283" w="12746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1"/>
            <p:cNvSpPr/>
            <p:nvPr/>
          </p:nvSpPr>
          <p:spPr>
            <a:xfrm>
              <a:off x="6527310" y="4092325"/>
              <a:ext cx="1284452" cy="1032356"/>
            </a:xfrm>
            <a:custGeom>
              <a:rect b="b" l="l" r="r" t="t"/>
              <a:pathLst>
                <a:path extrusionOk="0" h="16101" w="20032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1"/>
            <p:cNvSpPr/>
            <p:nvPr/>
          </p:nvSpPr>
          <p:spPr>
            <a:xfrm>
              <a:off x="7247039" y="4092325"/>
              <a:ext cx="1284452" cy="1032356"/>
            </a:xfrm>
            <a:custGeom>
              <a:rect b="b" l="l" r="r" t="t"/>
              <a:pathLst>
                <a:path extrusionOk="0" h="16101" w="20032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1"/>
            <p:cNvSpPr/>
            <p:nvPr/>
          </p:nvSpPr>
          <p:spPr>
            <a:xfrm>
              <a:off x="6887207" y="4092325"/>
              <a:ext cx="1284388" cy="1032356"/>
            </a:xfrm>
            <a:custGeom>
              <a:rect b="b" l="l" r="r" t="t"/>
              <a:pathLst>
                <a:path extrusionOk="0" h="16101" w="20031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1"/>
            <p:cNvSpPr/>
            <p:nvPr/>
          </p:nvSpPr>
          <p:spPr>
            <a:xfrm>
              <a:off x="6167478" y="4092325"/>
              <a:ext cx="1284388" cy="1032356"/>
            </a:xfrm>
            <a:custGeom>
              <a:rect b="b" l="l" r="r" t="t"/>
              <a:pathLst>
                <a:path extrusionOk="0" h="16101" w="20031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1"/>
            <p:cNvSpPr/>
            <p:nvPr/>
          </p:nvSpPr>
          <p:spPr>
            <a:xfrm>
              <a:off x="5914788" y="4092325"/>
              <a:ext cx="1177243" cy="1032356"/>
            </a:xfrm>
            <a:custGeom>
              <a:rect b="b" l="l" r="r" t="t"/>
              <a:pathLst>
                <a:path extrusionOk="0" h="16101" w="1836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1"/>
            <p:cNvSpPr/>
            <p:nvPr/>
          </p:nvSpPr>
          <p:spPr>
            <a:xfrm>
              <a:off x="5914788" y="4092325"/>
              <a:ext cx="817274" cy="787555"/>
            </a:xfrm>
            <a:custGeom>
              <a:rect b="b" l="l" r="r" t="t"/>
              <a:pathLst>
                <a:path extrusionOk="0" h="12283" w="12746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1"/>
            <p:cNvSpPr/>
            <p:nvPr/>
          </p:nvSpPr>
          <p:spPr>
            <a:xfrm>
              <a:off x="5914788" y="4092325"/>
              <a:ext cx="244554" cy="235632"/>
            </a:xfrm>
            <a:custGeom>
              <a:rect b="b" l="l" r="r" t="t"/>
              <a:pathLst>
                <a:path extrusionOk="0" h="3675" w="3814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1"/>
            <p:cNvSpPr/>
            <p:nvPr/>
          </p:nvSpPr>
          <p:spPr>
            <a:xfrm>
              <a:off x="5914788" y="4092325"/>
              <a:ext cx="604459" cy="582379"/>
            </a:xfrm>
            <a:custGeom>
              <a:rect b="b" l="l" r="r" t="t"/>
              <a:pathLst>
                <a:path extrusionOk="0" h="9083" w="9427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1"/>
            <p:cNvSpPr/>
            <p:nvPr/>
          </p:nvSpPr>
          <p:spPr>
            <a:xfrm>
              <a:off x="5914788" y="4092325"/>
              <a:ext cx="964301" cy="929127"/>
            </a:xfrm>
            <a:custGeom>
              <a:rect b="b" l="l" r="r" t="t"/>
              <a:pathLst>
                <a:path extrusionOk="0" h="14491" w="15039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1"/>
            <p:cNvSpPr/>
            <p:nvPr/>
          </p:nvSpPr>
          <p:spPr>
            <a:xfrm>
              <a:off x="6020519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1"/>
            <p:cNvSpPr/>
            <p:nvPr/>
          </p:nvSpPr>
          <p:spPr>
            <a:xfrm>
              <a:off x="6380415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41"/>
            <p:cNvSpPr/>
            <p:nvPr/>
          </p:nvSpPr>
          <p:spPr>
            <a:xfrm>
              <a:off x="6740248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1"/>
            <p:cNvSpPr/>
            <p:nvPr/>
          </p:nvSpPr>
          <p:spPr>
            <a:xfrm>
              <a:off x="7100144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1"/>
            <p:cNvSpPr/>
            <p:nvPr/>
          </p:nvSpPr>
          <p:spPr>
            <a:xfrm>
              <a:off x="7459976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1"/>
            <p:cNvSpPr/>
            <p:nvPr/>
          </p:nvSpPr>
          <p:spPr>
            <a:xfrm>
              <a:off x="7819808" y="4092325"/>
              <a:ext cx="1218472" cy="1032356"/>
            </a:xfrm>
            <a:custGeom>
              <a:rect b="b" l="l" r="r" t="t"/>
              <a:pathLst>
                <a:path extrusionOk="0" h="16101" w="19003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1"/>
            <p:cNvSpPr/>
            <p:nvPr/>
          </p:nvSpPr>
          <p:spPr>
            <a:xfrm>
              <a:off x="8179704" y="4195555"/>
              <a:ext cx="964301" cy="929127"/>
            </a:xfrm>
            <a:custGeom>
              <a:rect b="b" l="l" r="r" t="t"/>
              <a:pathLst>
                <a:path extrusionOk="0" h="14491" w="15039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1"/>
            <p:cNvSpPr/>
            <p:nvPr/>
          </p:nvSpPr>
          <p:spPr>
            <a:xfrm>
              <a:off x="8539601" y="4542304"/>
              <a:ext cx="604395" cy="582379"/>
            </a:xfrm>
            <a:custGeom>
              <a:rect b="b" l="l" r="r" t="t"/>
              <a:pathLst>
                <a:path extrusionOk="0" h="9083" w="9426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1" name="Google Shape;611;p41"/>
          <p:cNvSpPr/>
          <p:nvPr/>
        </p:nvSpPr>
        <p:spPr>
          <a:xfrm>
            <a:off x="5162725" y="668406"/>
            <a:ext cx="1792800" cy="1792800"/>
          </a:xfrm>
          <a:prstGeom prst="roundRect">
            <a:avLst>
              <a:gd fmla="val 3157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1"/>
          <p:cNvSpPr txBox="1"/>
          <p:nvPr>
            <p:ph type="title"/>
          </p:nvPr>
        </p:nvSpPr>
        <p:spPr>
          <a:xfrm flipH="1">
            <a:off x="3531925" y="2587625"/>
            <a:ext cx="50544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Raleway ExtraBold"/>
                <a:ea typeface="Raleway ExtraBold"/>
                <a:cs typeface="Raleway ExtraBold"/>
                <a:sym typeface="Raleway ExtraBold"/>
              </a:rPr>
              <a:t>MEMORY INPUT &amp; WRITE CONTROL UNIT</a:t>
            </a:r>
            <a:endParaRPr/>
          </a:p>
        </p:txBody>
      </p:sp>
      <p:sp>
        <p:nvSpPr>
          <p:cNvPr id="613" name="Google Shape;613;p41"/>
          <p:cNvSpPr txBox="1"/>
          <p:nvPr>
            <p:ph idx="2" type="title"/>
          </p:nvPr>
        </p:nvSpPr>
        <p:spPr>
          <a:xfrm flipH="1">
            <a:off x="5023675" y="1013256"/>
            <a:ext cx="20709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614" name="Google Shape;614;p41"/>
          <p:cNvGrpSpPr/>
          <p:nvPr/>
        </p:nvGrpSpPr>
        <p:grpSpPr>
          <a:xfrm flipH="1" rot="10800000">
            <a:off x="736138" y="1133418"/>
            <a:ext cx="1737764" cy="3190933"/>
            <a:chOff x="-2015525" y="1190673"/>
            <a:chExt cx="1253526" cy="2302260"/>
          </a:xfrm>
        </p:grpSpPr>
        <p:sp>
          <p:nvSpPr>
            <p:cNvPr id="615" name="Google Shape;615;p41"/>
            <p:cNvSpPr/>
            <p:nvPr/>
          </p:nvSpPr>
          <p:spPr>
            <a:xfrm>
              <a:off x="-1465824" y="1190673"/>
              <a:ext cx="154224" cy="574880"/>
            </a:xfrm>
            <a:custGeom>
              <a:rect b="b" l="l" r="r" t="t"/>
              <a:pathLst>
                <a:path extrusionOk="0" h="10102" w="279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1"/>
            <p:cNvSpPr/>
            <p:nvPr/>
          </p:nvSpPr>
          <p:spPr>
            <a:xfrm>
              <a:off x="-1611576" y="1438143"/>
              <a:ext cx="445682" cy="994066"/>
            </a:xfrm>
            <a:custGeom>
              <a:rect b="b" l="l" r="r" t="t"/>
              <a:pathLst>
                <a:path extrusionOk="0" h="17984" w="8063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1"/>
            <p:cNvSpPr/>
            <p:nvPr/>
          </p:nvSpPr>
          <p:spPr>
            <a:xfrm>
              <a:off x="-1286504" y="2353439"/>
              <a:ext cx="241110" cy="1139494"/>
            </a:xfrm>
            <a:custGeom>
              <a:rect b="b" l="l" r="r" t="t"/>
              <a:pathLst>
                <a:path extrusionOk="0" h="20615" w="4362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1"/>
            <p:cNvSpPr/>
            <p:nvPr/>
          </p:nvSpPr>
          <p:spPr>
            <a:xfrm>
              <a:off x="-1732130" y="2353439"/>
              <a:ext cx="241165" cy="1139494"/>
            </a:xfrm>
            <a:custGeom>
              <a:rect b="b" l="l" r="r" t="t"/>
              <a:pathLst>
                <a:path extrusionOk="0" h="20615" w="4363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1"/>
            <p:cNvSpPr/>
            <p:nvPr/>
          </p:nvSpPr>
          <p:spPr>
            <a:xfrm>
              <a:off x="-2015525" y="1996972"/>
              <a:ext cx="1253526" cy="870360"/>
            </a:xfrm>
            <a:custGeom>
              <a:rect b="b" l="l" r="r" t="t"/>
              <a:pathLst>
                <a:path extrusionOk="0" h="15746" w="22678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3875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41"/>
            <p:cNvSpPr/>
            <p:nvPr/>
          </p:nvSpPr>
          <p:spPr>
            <a:xfrm>
              <a:off x="-1515066" y="2225036"/>
              <a:ext cx="252607" cy="368518"/>
            </a:xfrm>
            <a:custGeom>
              <a:rect b="b" l="l" r="r" t="t"/>
              <a:pathLst>
                <a:path extrusionOk="0" h="6667" w="457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1" name="Google Shape;621;p41"/>
          <p:cNvGrpSpPr/>
          <p:nvPr/>
        </p:nvGrpSpPr>
        <p:grpSpPr>
          <a:xfrm flipH="1">
            <a:off x="171357" y="127312"/>
            <a:ext cx="2867298" cy="587084"/>
            <a:chOff x="207675" y="127349"/>
            <a:chExt cx="2867298" cy="587084"/>
          </a:xfrm>
        </p:grpSpPr>
        <p:grpSp>
          <p:nvGrpSpPr>
            <p:cNvPr id="622" name="Google Shape;622;p41"/>
            <p:cNvGrpSpPr/>
            <p:nvPr/>
          </p:nvGrpSpPr>
          <p:grpSpPr>
            <a:xfrm>
              <a:off x="207675" y="127349"/>
              <a:ext cx="1712411" cy="587084"/>
              <a:chOff x="1722125" y="3637225"/>
              <a:chExt cx="1075500" cy="368725"/>
            </a:xfrm>
          </p:grpSpPr>
          <p:sp>
            <p:nvSpPr>
              <p:cNvPr id="623" name="Google Shape;623;p41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rect b="b" l="l" r="r" t="t"/>
                <a:pathLst>
                  <a:path extrusionOk="0" h="12100" w="2155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41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rect b="b" l="l" r="r" t="t"/>
                <a:pathLst>
                  <a:path extrusionOk="0" h="4244" w="7117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41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rect b="b" l="l" r="r" t="t"/>
                <a:pathLst>
                  <a:path extrusionOk="0" h="12100" w="2155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41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rect b="b" l="l" r="r" t="t"/>
                <a:pathLst>
                  <a:path extrusionOk="0" h="4243" w="7117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41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rect b="b" l="l" r="r" t="t"/>
                <a:pathLst>
                  <a:path extrusionOk="0" h="12100" w="2156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41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rect b="b" l="l" r="r" t="t"/>
                <a:pathLst>
                  <a:path extrusionOk="0" h="4244" w="7117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41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rect b="b" l="l" r="r" t="t"/>
                <a:pathLst>
                  <a:path extrusionOk="0" h="12100" w="2156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41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rect b="b" l="l" r="r" t="t"/>
                <a:pathLst>
                  <a:path extrusionOk="0" h="4243" w="7118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41"/>
              <p:cNvSpPr/>
              <p:nvPr/>
            </p:nvSpPr>
            <p:spPr>
              <a:xfrm>
                <a:off x="2501125" y="3703450"/>
                <a:ext cx="53900" cy="302500"/>
              </a:xfrm>
              <a:custGeom>
                <a:rect b="b" l="l" r="r" t="t"/>
                <a:pathLst>
                  <a:path extrusionOk="0" h="12100" w="2156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41"/>
              <p:cNvSpPr/>
              <p:nvPr/>
            </p:nvSpPr>
            <p:spPr>
              <a:xfrm>
                <a:off x="2439125" y="3637225"/>
                <a:ext cx="177925" cy="106100"/>
              </a:xfrm>
              <a:custGeom>
                <a:rect b="b" l="l" r="r" t="t"/>
                <a:pathLst>
                  <a:path extrusionOk="0" h="4244" w="7117">
                    <a:moveTo>
                      <a:pt x="3558" y="1"/>
                    </a:moveTo>
                    <a:lnTo>
                      <a:pt x="1" y="4243"/>
                    </a:lnTo>
                    <a:lnTo>
                      <a:pt x="7116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41"/>
              <p:cNvSpPr/>
              <p:nvPr/>
            </p:nvSpPr>
            <p:spPr>
              <a:xfrm>
                <a:off x="2681725" y="3637225"/>
                <a:ext cx="53875" cy="302500"/>
              </a:xfrm>
              <a:custGeom>
                <a:rect b="b" l="l" r="r" t="t"/>
                <a:pathLst>
                  <a:path extrusionOk="0" h="12100" w="2155">
                    <a:moveTo>
                      <a:pt x="0" y="1"/>
                    </a:moveTo>
                    <a:lnTo>
                      <a:pt x="0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41"/>
              <p:cNvSpPr/>
              <p:nvPr/>
            </p:nvSpPr>
            <p:spPr>
              <a:xfrm>
                <a:off x="2619700" y="3899875"/>
                <a:ext cx="177925" cy="106075"/>
              </a:xfrm>
              <a:custGeom>
                <a:rect b="b" l="l" r="r" t="t"/>
                <a:pathLst>
                  <a:path extrusionOk="0" h="4243" w="7117">
                    <a:moveTo>
                      <a:pt x="1" y="0"/>
                    </a:moveTo>
                    <a:lnTo>
                      <a:pt x="3558" y="4242"/>
                    </a:lnTo>
                    <a:lnTo>
                      <a:pt x="71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5" name="Google Shape;635;p41"/>
            <p:cNvGrpSpPr/>
            <p:nvPr/>
          </p:nvGrpSpPr>
          <p:grpSpPr>
            <a:xfrm>
              <a:off x="1933325" y="127349"/>
              <a:ext cx="1141647" cy="587084"/>
              <a:chOff x="1722125" y="3637225"/>
              <a:chExt cx="717025" cy="368725"/>
            </a:xfrm>
          </p:grpSpPr>
          <p:sp>
            <p:nvSpPr>
              <p:cNvPr id="636" name="Google Shape;636;p41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rect b="b" l="l" r="r" t="t"/>
                <a:pathLst>
                  <a:path extrusionOk="0" h="12100" w="2155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41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rect b="b" l="l" r="r" t="t"/>
                <a:pathLst>
                  <a:path extrusionOk="0" h="4244" w="7117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41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rect b="b" l="l" r="r" t="t"/>
                <a:pathLst>
                  <a:path extrusionOk="0" h="12100" w="2155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41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rect b="b" l="l" r="r" t="t"/>
                <a:pathLst>
                  <a:path extrusionOk="0" h="4243" w="7117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41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rect b="b" l="l" r="r" t="t"/>
                <a:pathLst>
                  <a:path extrusionOk="0" h="12100" w="2156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41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rect b="b" l="l" r="r" t="t"/>
                <a:pathLst>
                  <a:path extrusionOk="0" h="4244" w="7117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41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rect b="b" l="l" r="r" t="t"/>
                <a:pathLst>
                  <a:path extrusionOk="0" h="12100" w="2156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41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rect b="b" l="l" r="r" t="t"/>
                <a:pathLst>
                  <a:path extrusionOk="0" h="4243" w="7118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44" name="Google Shape;644;p41"/>
          <p:cNvGrpSpPr/>
          <p:nvPr/>
        </p:nvGrpSpPr>
        <p:grpSpPr>
          <a:xfrm flipH="1" rot="10800000">
            <a:off x="3564672" y="-14238"/>
            <a:ext cx="753870" cy="1509636"/>
            <a:chOff x="5088650" y="245050"/>
            <a:chExt cx="1046025" cy="2094681"/>
          </a:xfrm>
        </p:grpSpPr>
        <p:sp>
          <p:nvSpPr>
            <p:cNvPr id="645" name="Google Shape;645;p41"/>
            <p:cNvSpPr/>
            <p:nvPr/>
          </p:nvSpPr>
          <p:spPr>
            <a:xfrm>
              <a:off x="5547342" y="1580832"/>
              <a:ext cx="128662" cy="758899"/>
            </a:xfrm>
            <a:custGeom>
              <a:rect b="b" l="l" r="r" t="t"/>
              <a:pathLst>
                <a:path extrusionOk="0" h="18637" w="5147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41"/>
            <p:cNvSpPr/>
            <p:nvPr/>
          </p:nvSpPr>
          <p:spPr>
            <a:xfrm>
              <a:off x="5425725" y="1130250"/>
              <a:ext cx="371850" cy="829500"/>
            </a:xfrm>
            <a:custGeom>
              <a:rect b="b" l="l" r="r" t="t"/>
              <a:pathLst>
                <a:path extrusionOk="0" h="33180" w="14874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1"/>
            <p:cNvSpPr/>
            <p:nvPr/>
          </p:nvSpPr>
          <p:spPr>
            <a:xfrm>
              <a:off x="532515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1"/>
            <p:cNvSpPr/>
            <p:nvPr/>
          </p:nvSpPr>
          <p:spPr>
            <a:xfrm>
              <a:off x="569700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1"/>
            <p:cNvSpPr/>
            <p:nvPr/>
          </p:nvSpPr>
          <p:spPr>
            <a:xfrm>
              <a:off x="5088650" y="767125"/>
              <a:ext cx="1046025" cy="726250"/>
            </a:xfrm>
            <a:custGeom>
              <a:rect b="b" l="l" r="r" t="t"/>
              <a:pathLst>
                <a:path extrusionOk="0" h="29050" w="41841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1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rect b="b" l="l" r="r" t="t"/>
              <a:pathLst>
                <a:path extrusionOk="0" h="12396" w="8494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1" name="Google Shape;651;p41"/>
          <p:cNvSpPr txBox="1"/>
          <p:nvPr/>
        </p:nvSpPr>
        <p:spPr>
          <a:xfrm>
            <a:off x="7507725" y="4774200"/>
            <a:ext cx="13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Đăng Khoa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oogle Shape;656;p42"/>
          <p:cNvGrpSpPr/>
          <p:nvPr/>
        </p:nvGrpSpPr>
        <p:grpSpPr>
          <a:xfrm flipH="1" rot="10800000">
            <a:off x="7370222" y="12"/>
            <a:ext cx="753870" cy="1509636"/>
            <a:chOff x="5088650" y="245050"/>
            <a:chExt cx="1046025" cy="2094681"/>
          </a:xfrm>
        </p:grpSpPr>
        <p:sp>
          <p:nvSpPr>
            <p:cNvPr id="657" name="Google Shape;657;p42"/>
            <p:cNvSpPr/>
            <p:nvPr/>
          </p:nvSpPr>
          <p:spPr>
            <a:xfrm>
              <a:off x="5547342" y="1580832"/>
              <a:ext cx="128662" cy="758899"/>
            </a:xfrm>
            <a:custGeom>
              <a:rect b="b" l="l" r="r" t="t"/>
              <a:pathLst>
                <a:path extrusionOk="0" h="18637" w="5147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2"/>
            <p:cNvSpPr/>
            <p:nvPr/>
          </p:nvSpPr>
          <p:spPr>
            <a:xfrm>
              <a:off x="5425725" y="1130250"/>
              <a:ext cx="371850" cy="829500"/>
            </a:xfrm>
            <a:custGeom>
              <a:rect b="b" l="l" r="r" t="t"/>
              <a:pathLst>
                <a:path extrusionOk="0" h="33180" w="14874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2"/>
            <p:cNvSpPr/>
            <p:nvPr/>
          </p:nvSpPr>
          <p:spPr>
            <a:xfrm>
              <a:off x="532515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2"/>
            <p:cNvSpPr/>
            <p:nvPr/>
          </p:nvSpPr>
          <p:spPr>
            <a:xfrm>
              <a:off x="569700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2"/>
            <p:cNvSpPr/>
            <p:nvPr/>
          </p:nvSpPr>
          <p:spPr>
            <a:xfrm>
              <a:off x="5088650" y="767125"/>
              <a:ext cx="1046025" cy="726250"/>
            </a:xfrm>
            <a:custGeom>
              <a:rect b="b" l="l" r="r" t="t"/>
              <a:pathLst>
                <a:path extrusionOk="0" h="29050" w="41841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2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rect b="b" l="l" r="r" t="t"/>
              <a:pathLst>
                <a:path extrusionOk="0" h="12396" w="8494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3" name="Google Shape;663;p42"/>
          <p:cNvSpPr txBox="1"/>
          <p:nvPr/>
        </p:nvSpPr>
        <p:spPr>
          <a:xfrm>
            <a:off x="1350473" y="382152"/>
            <a:ext cx="6012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rPr>
              <a:t>MEMORY INPUT</a:t>
            </a:r>
            <a:endParaRPr b="0" i="0" sz="3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br>
              <a:rPr b="0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2"/>
          <p:cNvSpPr txBox="1"/>
          <p:nvPr/>
        </p:nvSpPr>
        <p:spPr>
          <a:xfrm>
            <a:off x="1694989" y="1213148"/>
            <a:ext cx="575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1F1F1F"/>
                </a:solidFill>
                <a:highlight>
                  <a:schemeClr val="lt1"/>
                </a:highlight>
              </a:rPr>
              <a:t>Received signals from user will be saved at Memory Block, used to compare with Password Memory Block.</a:t>
            </a:r>
            <a:br>
              <a:rPr b="0" i="0" lang="en" sz="14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5" name="Google Shape;66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650" y="2076250"/>
            <a:ext cx="5395955" cy="2230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42"/>
          <p:cNvSpPr txBox="1"/>
          <p:nvPr/>
        </p:nvSpPr>
        <p:spPr>
          <a:xfrm>
            <a:off x="7507725" y="4774200"/>
            <a:ext cx="13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Đăng Khoa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3"/>
          <p:cNvSpPr txBox="1"/>
          <p:nvPr/>
        </p:nvSpPr>
        <p:spPr>
          <a:xfrm>
            <a:off x="1441813" y="427502"/>
            <a:ext cx="6260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IC 74L</a:t>
            </a:r>
            <a:r>
              <a:rPr b="1" lang="en" sz="3200">
                <a:solidFill>
                  <a:srgbClr val="191919"/>
                </a:solidFill>
              </a:rPr>
              <a:t>S</a:t>
            </a:r>
            <a:r>
              <a:rPr b="1" i="0" lang="en" sz="3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175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3"/>
          <p:cNvSpPr txBox="1"/>
          <p:nvPr/>
        </p:nvSpPr>
        <p:spPr>
          <a:xfrm>
            <a:off x="3389814" y="1541064"/>
            <a:ext cx="53427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It consists</a:t>
            </a:r>
            <a:r>
              <a:rPr lang="en"/>
              <a:t> 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 flip-flops and used to store 4-bit data (equivalent to one digit from 0 to 9)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/>
              <a:t> Terminals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400" u="none" cap="none" strike="noStrike">
                <a:solidFill>
                  <a:srgbClr val="000000"/>
                </a:solidFill>
              </a:rPr>
              <a:t>D</a:t>
            </a:r>
            <a:r>
              <a:rPr b="1" lang="en"/>
              <a:t>1</a:t>
            </a:r>
            <a:r>
              <a:rPr b="1" i="0" lang="en" sz="1400" u="none" cap="none" strike="noStrike">
                <a:solidFill>
                  <a:srgbClr val="000000"/>
                </a:solidFill>
              </a:rPr>
              <a:t>–D</a:t>
            </a:r>
            <a:r>
              <a:rPr b="1" lang="en"/>
              <a:t>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/>
              <a:t>Received from switches.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400" u="none" cap="none" strike="noStrike">
                <a:solidFill>
                  <a:srgbClr val="000000"/>
                </a:solidFill>
              </a:rPr>
              <a:t>Q</a:t>
            </a:r>
            <a:r>
              <a:rPr b="1" lang="en"/>
              <a:t>1</a:t>
            </a:r>
            <a:r>
              <a:rPr b="1" i="0" lang="en" sz="1400" u="none" cap="none" strike="noStrike">
                <a:solidFill>
                  <a:srgbClr val="000000"/>
                </a:solidFill>
              </a:rPr>
              <a:t>–Q</a:t>
            </a:r>
            <a:r>
              <a:rPr b="1" lang="en"/>
              <a:t>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i="0" lang="en" sz="1400" u="none" cap="none" strike="noStrike">
                <a:solidFill>
                  <a:srgbClr val="000000"/>
                </a:solidFill>
              </a:rPr>
              <a:t> </a:t>
            </a:r>
            <a:r>
              <a:rPr lang="en"/>
              <a:t>Lead to Decoder’s pins.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400" u="none" cap="none" strike="noStrike">
                <a:solidFill>
                  <a:srgbClr val="000000"/>
                </a:solidFill>
              </a:rPr>
              <a:t>CLK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0" lang="en" sz="1400" u="none" cap="none" strike="noStrike">
                <a:solidFill>
                  <a:srgbClr val="000000"/>
                </a:solidFill>
              </a:rPr>
              <a:t>When leading edges </a:t>
            </a:r>
            <a:r>
              <a:rPr lang="en"/>
              <a:t>appeared</a:t>
            </a:r>
            <a:r>
              <a:rPr i="0" lang="en" sz="1400" u="none" cap="none" strike="noStrike">
                <a:solidFill>
                  <a:srgbClr val="000000"/>
                </a:solidFill>
              </a:rPr>
              <a:t>, the </a:t>
            </a:r>
            <a:r>
              <a:rPr lang="en"/>
              <a:t>signal</a:t>
            </a:r>
            <a:r>
              <a:rPr i="0" lang="en" sz="1400" u="none" cap="none" strike="noStrike">
                <a:solidFill>
                  <a:srgbClr val="000000"/>
                </a:solidFill>
              </a:rPr>
              <a:t>s on D</a:t>
            </a:r>
            <a:r>
              <a:rPr lang="en"/>
              <a:t>1</a:t>
            </a:r>
            <a:r>
              <a:rPr i="0" lang="en" sz="1400" u="none" cap="none" strike="noStrike">
                <a:solidFill>
                  <a:srgbClr val="000000"/>
                </a:solidFill>
              </a:rPr>
              <a:t>–D</a:t>
            </a:r>
            <a:r>
              <a:rPr lang="en"/>
              <a:t>4</a:t>
            </a:r>
            <a:r>
              <a:rPr i="0" lang="en" sz="1400" u="none" cap="none" strike="noStrike">
                <a:solidFill>
                  <a:srgbClr val="000000"/>
                </a:solidFill>
              </a:rPr>
              <a:t> are latched int</a:t>
            </a:r>
            <a:r>
              <a:rPr lang="en"/>
              <a:t>o</a:t>
            </a:r>
            <a:r>
              <a:rPr i="0" lang="en" sz="1400" u="none" cap="none" strike="noStrike">
                <a:solidFill>
                  <a:srgbClr val="000000"/>
                </a:solidFill>
              </a:rPr>
              <a:t> Q</a:t>
            </a:r>
            <a:r>
              <a:rPr lang="en"/>
              <a:t>1</a:t>
            </a:r>
            <a:r>
              <a:rPr i="0" lang="en" sz="1400" u="none" cap="none" strike="noStrike">
                <a:solidFill>
                  <a:srgbClr val="000000"/>
                </a:solidFill>
              </a:rPr>
              <a:t>–Q</a:t>
            </a:r>
            <a:r>
              <a:rPr lang="en"/>
              <a:t>4.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3"/>
          <p:cNvSpPr txBox="1"/>
          <p:nvPr/>
        </p:nvSpPr>
        <p:spPr>
          <a:xfrm>
            <a:off x="7507725" y="4774200"/>
            <a:ext cx="13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Đăng Khoa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74" name="Google Shape;67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250" y="405541"/>
            <a:ext cx="1854975" cy="4332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4"/>
          <p:cNvSpPr txBox="1"/>
          <p:nvPr/>
        </p:nvSpPr>
        <p:spPr>
          <a:xfrm>
            <a:off x="1062000" y="336078"/>
            <a:ext cx="702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rPr>
              <a:t>JK FLIP-FLOP </a:t>
            </a:r>
            <a:r>
              <a:rPr b="1" lang="en" sz="3200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rPr>
              <a:t>BLOCK</a:t>
            </a:r>
            <a:endParaRPr b="1" i="0" sz="3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4"/>
          <p:cNvSpPr txBox="1"/>
          <p:nvPr/>
        </p:nvSpPr>
        <p:spPr>
          <a:xfrm>
            <a:off x="3029770" y="1087179"/>
            <a:ext cx="58221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 write control unit 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-The write control unit us</a:t>
            </a:r>
            <a:r>
              <a:rPr lang="en"/>
              <a:t>es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JK flip-flop</a:t>
            </a:r>
            <a:r>
              <a:rPr lang="en"/>
              <a:t> to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determi</a:t>
            </a:r>
            <a:r>
              <a:rPr lang="en"/>
              <a:t>ne signals received from 74LS175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 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JK flip-flop </a:t>
            </a:r>
            <a:r>
              <a:rPr lang="en"/>
              <a:t>i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"/>
              <a:t>used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a switch to control the written signals for </a:t>
            </a:r>
            <a:r>
              <a:rPr lang="en"/>
              <a:t>storage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 • When Q = 1: data is allowed to be written into memory signals.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 • When Q = 0: writing process is disabled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(retains its previous value)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The flip-flop controls the “write or no write” state each time the button is pressed.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1" name="Google Shape;68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142" y="1781442"/>
            <a:ext cx="1618125" cy="158059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44"/>
          <p:cNvSpPr txBox="1"/>
          <p:nvPr/>
        </p:nvSpPr>
        <p:spPr>
          <a:xfrm>
            <a:off x="7507725" y="4774200"/>
            <a:ext cx="13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Đăng Khoa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5"/>
          <p:cNvSpPr txBox="1"/>
          <p:nvPr/>
        </p:nvSpPr>
        <p:spPr>
          <a:xfrm>
            <a:off x="880926" y="1275482"/>
            <a:ext cx="73821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/>
              <a:t>Using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10 switches to enter a </a:t>
            </a:r>
            <a:r>
              <a:rPr lang="en"/>
              <a:t>signal and transfer to D1-D4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you press the button: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 + A clock pulse is generated.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 + On the rising edge (as specified in the datasheet, this IC is positive edge triggered),</a:t>
            </a:r>
            <a:r>
              <a:rPr lang="en"/>
              <a:t>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 on D</a:t>
            </a:r>
            <a:r>
              <a:rPr lang="en"/>
              <a:t>1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–D</a:t>
            </a:r>
            <a:r>
              <a:rPr lang="en"/>
              <a:t>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latched into Q</a:t>
            </a:r>
            <a:r>
              <a:rPr lang="en"/>
              <a:t>1-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"/>
              <a:t>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 → The IC captures the values currently present on D</a:t>
            </a:r>
            <a:r>
              <a:rPr lang="en"/>
              <a:t>1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–D</a:t>
            </a:r>
            <a:r>
              <a:rPr lang="en"/>
              <a:t>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stores in its flip-flops.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being latched, the outputs Q</a:t>
            </a:r>
            <a:r>
              <a:rPr lang="en"/>
              <a:t>1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–Q</a:t>
            </a:r>
            <a:r>
              <a:rPr lang="en"/>
              <a:t>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hold the stored value stably until the next CLK pulse occurs.</a:t>
            </a:r>
            <a:endParaRPr/>
          </a:p>
        </p:txBody>
      </p:sp>
      <p:sp>
        <p:nvSpPr>
          <p:cNvPr id="688" name="Google Shape;688;p45"/>
          <p:cNvSpPr txBox="1"/>
          <p:nvPr/>
        </p:nvSpPr>
        <p:spPr>
          <a:xfrm>
            <a:off x="1386296" y="507827"/>
            <a:ext cx="637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" sz="3200"/>
              <a:t>OPERATION PRINCIPLE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6"/>
          <p:cNvSpPr txBox="1"/>
          <p:nvPr/>
        </p:nvSpPr>
        <p:spPr>
          <a:xfrm>
            <a:off x="880926" y="1275482"/>
            <a:ext cx="7851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• J = K = 1 → operates in toggle mode.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• Each time the button is pressed, the JK flip-flop receives a pulse → toggles </a:t>
            </a:r>
            <a:r>
              <a:rPr lang="en"/>
              <a:t>it's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 state (from 0 → 1 → 0, etc.).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• The Q output of the JK flip-flop is connected to the CLK input of the 74LS175 (either directly or through an AND gate with the button pulse).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+ When Q = 1 and a pulse from the button is present: data on D is latched into Q of the 74LS175.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+ When Q = 0: the clock path is blocked, and the 74LS175 does not perform a write operation.</a:t>
            </a:r>
            <a:endParaRPr/>
          </a:p>
        </p:txBody>
      </p:sp>
      <p:sp>
        <p:nvSpPr>
          <p:cNvPr id="694" name="Google Shape;694;p46"/>
          <p:cNvSpPr txBox="1"/>
          <p:nvPr/>
        </p:nvSpPr>
        <p:spPr>
          <a:xfrm>
            <a:off x="1386296" y="507827"/>
            <a:ext cx="637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 principle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7"/>
          <p:cNvSpPr/>
          <p:nvPr/>
        </p:nvSpPr>
        <p:spPr>
          <a:xfrm>
            <a:off x="5914800" y="-75"/>
            <a:ext cx="3229200" cy="4328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0" name="Google Shape;700;p47"/>
          <p:cNvGrpSpPr/>
          <p:nvPr/>
        </p:nvGrpSpPr>
        <p:grpSpPr>
          <a:xfrm flipH="1">
            <a:off x="5914612" y="4323416"/>
            <a:ext cx="3229222" cy="820210"/>
            <a:chOff x="5914788" y="4092325"/>
            <a:chExt cx="3229222" cy="1032360"/>
          </a:xfrm>
        </p:grpSpPr>
        <p:sp>
          <p:nvSpPr>
            <p:cNvPr id="701" name="Google Shape;701;p47"/>
            <p:cNvSpPr/>
            <p:nvPr/>
          </p:nvSpPr>
          <p:spPr>
            <a:xfrm>
              <a:off x="9046392" y="5030625"/>
              <a:ext cx="97591" cy="94060"/>
            </a:xfrm>
            <a:custGeom>
              <a:rect b="b" l="l" r="r" t="t"/>
              <a:pathLst>
                <a:path extrusionOk="0" h="1467" w="1522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47"/>
            <p:cNvSpPr/>
            <p:nvPr/>
          </p:nvSpPr>
          <p:spPr>
            <a:xfrm>
              <a:off x="8686560" y="4683876"/>
              <a:ext cx="457432" cy="440808"/>
            </a:xfrm>
            <a:custGeom>
              <a:rect b="b" l="l" r="r" t="t"/>
              <a:pathLst>
                <a:path extrusionOk="0" h="6875" w="7134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47"/>
            <p:cNvSpPr/>
            <p:nvPr/>
          </p:nvSpPr>
          <p:spPr>
            <a:xfrm>
              <a:off x="8899497" y="4889053"/>
              <a:ext cx="244490" cy="235632"/>
            </a:xfrm>
            <a:custGeom>
              <a:rect b="b" l="l" r="r" t="t"/>
              <a:pathLst>
                <a:path extrusionOk="0" h="3675" w="3813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47"/>
            <p:cNvSpPr/>
            <p:nvPr/>
          </p:nvSpPr>
          <p:spPr>
            <a:xfrm>
              <a:off x="7966831" y="4092325"/>
              <a:ext cx="1177179" cy="1032356"/>
            </a:xfrm>
            <a:custGeom>
              <a:rect b="b" l="l" r="r" t="t"/>
              <a:pathLst>
                <a:path extrusionOk="0" h="16101" w="18359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47"/>
            <p:cNvSpPr/>
            <p:nvPr/>
          </p:nvSpPr>
          <p:spPr>
            <a:xfrm>
              <a:off x="5914788" y="4092325"/>
              <a:ext cx="457432" cy="440808"/>
            </a:xfrm>
            <a:custGeom>
              <a:rect b="b" l="l" r="r" t="t"/>
              <a:pathLst>
                <a:path extrusionOk="0" h="6875" w="7134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47"/>
            <p:cNvSpPr/>
            <p:nvPr/>
          </p:nvSpPr>
          <p:spPr>
            <a:xfrm>
              <a:off x="7606935" y="4092325"/>
              <a:ext cx="1284388" cy="1032356"/>
            </a:xfrm>
            <a:custGeom>
              <a:rect b="b" l="l" r="r" t="t"/>
              <a:pathLst>
                <a:path extrusionOk="0" h="16101" w="20031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47"/>
            <p:cNvSpPr/>
            <p:nvPr/>
          </p:nvSpPr>
          <p:spPr>
            <a:xfrm>
              <a:off x="5914788" y="4092325"/>
              <a:ext cx="97591" cy="94060"/>
            </a:xfrm>
            <a:custGeom>
              <a:rect b="b" l="l" r="r" t="t"/>
              <a:pathLst>
                <a:path extrusionOk="0" h="1467" w="1522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47"/>
            <p:cNvSpPr/>
            <p:nvPr/>
          </p:nvSpPr>
          <p:spPr>
            <a:xfrm>
              <a:off x="8326728" y="4337127"/>
              <a:ext cx="817274" cy="787555"/>
            </a:xfrm>
            <a:custGeom>
              <a:rect b="b" l="l" r="r" t="t"/>
              <a:pathLst>
                <a:path extrusionOk="0" h="12283" w="12746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47"/>
            <p:cNvSpPr/>
            <p:nvPr/>
          </p:nvSpPr>
          <p:spPr>
            <a:xfrm>
              <a:off x="6527310" y="4092325"/>
              <a:ext cx="1284452" cy="1032356"/>
            </a:xfrm>
            <a:custGeom>
              <a:rect b="b" l="l" r="r" t="t"/>
              <a:pathLst>
                <a:path extrusionOk="0" h="16101" w="20032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47"/>
            <p:cNvSpPr/>
            <p:nvPr/>
          </p:nvSpPr>
          <p:spPr>
            <a:xfrm>
              <a:off x="7247039" y="4092325"/>
              <a:ext cx="1284452" cy="1032356"/>
            </a:xfrm>
            <a:custGeom>
              <a:rect b="b" l="l" r="r" t="t"/>
              <a:pathLst>
                <a:path extrusionOk="0" h="16101" w="20032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47"/>
            <p:cNvSpPr/>
            <p:nvPr/>
          </p:nvSpPr>
          <p:spPr>
            <a:xfrm>
              <a:off x="6887207" y="4092325"/>
              <a:ext cx="1284388" cy="1032356"/>
            </a:xfrm>
            <a:custGeom>
              <a:rect b="b" l="l" r="r" t="t"/>
              <a:pathLst>
                <a:path extrusionOk="0" h="16101" w="20031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47"/>
            <p:cNvSpPr/>
            <p:nvPr/>
          </p:nvSpPr>
          <p:spPr>
            <a:xfrm>
              <a:off x="6167478" y="4092325"/>
              <a:ext cx="1284388" cy="1032356"/>
            </a:xfrm>
            <a:custGeom>
              <a:rect b="b" l="l" r="r" t="t"/>
              <a:pathLst>
                <a:path extrusionOk="0" h="16101" w="20031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47"/>
            <p:cNvSpPr/>
            <p:nvPr/>
          </p:nvSpPr>
          <p:spPr>
            <a:xfrm>
              <a:off x="5914788" y="4092325"/>
              <a:ext cx="1177243" cy="1032356"/>
            </a:xfrm>
            <a:custGeom>
              <a:rect b="b" l="l" r="r" t="t"/>
              <a:pathLst>
                <a:path extrusionOk="0" h="16101" w="1836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47"/>
            <p:cNvSpPr/>
            <p:nvPr/>
          </p:nvSpPr>
          <p:spPr>
            <a:xfrm>
              <a:off x="5914788" y="4092325"/>
              <a:ext cx="817274" cy="787555"/>
            </a:xfrm>
            <a:custGeom>
              <a:rect b="b" l="l" r="r" t="t"/>
              <a:pathLst>
                <a:path extrusionOk="0" h="12283" w="12746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47"/>
            <p:cNvSpPr/>
            <p:nvPr/>
          </p:nvSpPr>
          <p:spPr>
            <a:xfrm>
              <a:off x="5914788" y="4092325"/>
              <a:ext cx="244554" cy="235632"/>
            </a:xfrm>
            <a:custGeom>
              <a:rect b="b" l="l" r="r" t="t"/>
              <a:pathLst>
                <a:path extrusionOk="0" h="3675" w="3814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47"/>
            <p:cNvSpPr/>
            <p:nvPr/>
          </p:nvSpPr>
          <p:spPr>
            <a:xfrm>
              <a:off x="5914788" y="4092325"/>
              <a:ext cx="604459" cy="582379"/>
            </a:xfrm>
            <a:custGeom>
              <a:rect b="b" l="l" r="r" t="t"/>
              <a:pathLst>
                <a:path extrusionOk="0" h="9083" w="9427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47"/>
            <p:cNvSpPr/>
            <p:nvPr/>
          </p:nvSpPr>
          <p:spPr>
            <a:xfrm>
              <a:off x="5914788" y="4092325"/>
              <a:ext cx="964301" cy="929127"/>
            </a:xfrm>
            <a:custGeom>
              <a:rect b="b" l="l" r="r" t="t"/>
              <a:pathLst>
                <a:path extrusionOk="0" h="14491" w="15039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47"/>
            <p:cNvSpPr/>
            <p:nvPr/>
          </p:nvSpPr>
          <p:spPr>
            <a:xfrm>
              <a:off x="6020519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47"/>
            <p:cNvSpPr/>
            <p:nvPr/>
          </p:nvSpPr>
          <p:spPr>
            <a:xfrm>
              <a:off x="6380415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47"/>
            <p:cNvSpPr/>
            <p:nvPr/>
          </p:nvSpPr>
          <p:spPr>
            <a:xfrm>
              <a:off x="6740248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47"/>
            <p:cNvSpPr/>
            <p:nvPr/>
          </p:nvSpPr>
          <p:spPr>
            <a:xfrm>
              <a:off x="7100144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47"/>
            <p:cNvSpPr/>
            <p:nvPr/>
          </p:nvSpPr>
          <p:spPr>
            <a:xfrm>
              <a:off x="7459976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47"/>
            <p:cNvSpPr/>
            <p:nvPr/>
          </p:nvSpPr>
          <p:spPr>
            <a:xfrm>
              <a:off x="7819808" y="4092325"/>
              <a:ext cx="1218472" cy="1032356"/>
            </a:xfrm>
            <a:custGeom>
              <a:rect b="b" l="l" r="r" t="t"/>
              <a:pathLst>
                <a:path extrusionOk="0" h="16101" w="19003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47"/>
            <p:cNvSpPr/>
            <p:nvPr/>
          </p:nvSpPr>
          <p:spPr>
            <a:xfrm>
              <a:off x="8179704" y="4195555"/>
              <a:ext cx="964301" cy="929127"/>
            </a:xfrm>
            <a:custGeom>
              <a:rect b="b" l="l" r="r" t="t"/>
              <a:pathLst>
                <a:path extrusionOk="0" h="14491" w="15039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47"/>
            <p:cNvSpPr/>
            <p:nvPr/>
          </p:nvSpPr>
          <p:spPr>
            <a:xfrm>
              <a:off x="8539601" y="4542304"/>
              <a:ext cx="604395" cy="582379"/>
            </a:xfrm>
            <a:custGeom>
              <a:rect b="b" l="l" r="r" t="t"/>
              <a:pathLst>
                <a:path extrusionOk="0" h="9083" w="9426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6" name="Google Shape;726;p47"/>
          <p:cNvSpPr/>
          <p:nvPr/>
        </p:nvSpPr>
        <p:spPr>
          <a:xfrm>
            <a:off x="2076332" y="731971"/>
            <a:ext cx="1792800" cy="1792800"/>
          </a:xfrm>
          <a:prstGeom prst="roundRect">
            <a:avLst>
              <a:gd fmla="val 3157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7"/>
          <p:cNvSpPr txBox="1"/>
          <p:nvPr>
            <p:ph type="title"/>
          </p:nvPr>
        </p:nvSpPr>
        <p:spPr>
          <a:xfrm flipH="1">
            <a:off x="1453342" y="2401970"/>
            <a:ext cx="3024688" cy="23328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Raleway ExtraBold"/>
                <a:ea typeface="Raleway ExtraBold"/>
                <a:cs typeface="Raleway ExtraBold"/>
                <a:sym typeface="Raleway ExtraBold"/>
              </a:rPr>
              <a:t>Password Memory </a:t>
            </a:r>
            <a:br>
              <a:rPr lang="en">
                <a:latin typeface="Raleway ExtraBold"/>
                <a:ea typeface="Raleway ExtraBold"/>
                <a:cs typeface="Raleway ExtraBold"/>
                <a:sym typeface="Raleway ExtraBold"/>
              </a:rPr>
            </a:br>
            <a:r>
              <a:rPr lang="en">
                <a:latin typeface="Raleway ExtraBold"/>
                <a:ea typeface="Raleway ExtraBold"/>
                <a:cs typeface="Raleway ExtraBold"/>
                <a:sym typeface="Raleway ExtraBold"/>
              </a:rPr>
              <a:t>Block</a:t>
            </a:r>
            <a:endParaRPr/>
          </a:p>
        </p:txBody>
      </p:sp>
      <p:sp>
        <p:nvSpPr>
          <p:cNvPr id="728" name="Google Shape;728;p47"/>
          <p:cNvSpPr txBox="1"/>
          <p:nvPr>
            <p:ph idx="2" type="title"/>
          </p:nvPr>
        </p:nvSpPr>
        <p:spPr>
          <a:xfrm flipH="1">
            <a:off x="1924030" y="842250"/>
            <a:ext cx="20709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729" name="Google Shape;729;p47"/>
          <p:cNvGrpSpPr/>
          <p:nvPr/>
        </p:nvGrpSpPr>
        <p:grpSpPr>
          <a:xfrm>
            <a:off x="6824022" y="341625"/>
            <a:ext cx="1416153" cy="3644700"/>
            <a:chOff x="913822" y="341700"/>
            <a:chExt cx="1416153" cy="3644700"/>
          </a:xfrm>
        </p:grpSpPr>
        <p:grpSp>
          <p:nvGrpSpPr>
            <p:cNvPr id="730" name="Google Shape;730;p47"/>
            <p:cNvGrpSpPr/>
            <p:nvPr/>
          </p:nvGrpSpPr>
          <p:grpSpPr>
            <a:xfrm>
              <a:off x="979900" y="341700"/>
              <a:ext cx="1278600" cy="3644700"/>
              <a:chOff x="979900" y="314325"/>
              <a:chExt cx="1278600" cy="3644700"/>
            </a:xfrm>
          </p:grpSpPr>
          <p:sp>
            <p:nvSpPr>
              <p:cNvPr id="731" name="Google Shape;731;p47"/>
              <p:cNvSpPr/>
              <p:nvPr/>
            </p:nvSpPr>
            <p:spPr>
              <a:xfrm rot="5400000">
                <a:off x="-203150" y="1497375"/>
                <a:ext cx="3644700" cy="1278600"/>
              </a:xfrm>
              <a:prstGeom prst="roundRect">
                <a:avLst>
                  <a:gd fmla="val 3544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47"/>
              <p:cNvSpPr/>
              <p:nvPr/>
            </p:nvSpPr>
            <p:spPr>
              <a:xfrm rot="5400000">
                <a:off x="-98195" y="1589775"/>
                <a:ext cx="3434700" cy="1093800"/>
              </a:xfrm>
              <a:prstGeom prst="roundRect">
                <a:avLst>
                  <a:gd fmla="val 3544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47"/>
              <p:cNvSpPr/>
              <p:nvPr/>
            </p:nvSpPr>
            <p:spPr>
              <a:xfrm rot="5400000">
                <a:off x="2751" y="1693425"/>
                <a:ext cx="3232800" cy="886500"/>
              </a:xfrm>
              <a:prstGeom prst="roundRect">
                <a:avLst>
                  <a:gd fmla="val 3544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47"/>
              <p:cNvSpPr/>
              <p:nvPr/>
            </p:nvSpPr>
            <p:spPr>
              <a:xfrm rot="5400000">
                <a:off x="103610" y="1806825"/>
                <a:ext cx="3031200" cy="659700"/>
              </a:xfrm>
              <a:prstGeom prst="roundRect">
                <a:avLst>
                  <a:gd fmla="val 3544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5" name="Google Shape;735;p47"/>
            <p:cNvGrpSpPr/>
            <p:nvPr/>
          </p:nvGrpSpPr>
          <p:grpSpPr>
            <a:xfrm>
              <a:off x="2193219" y="954497"/>
              <a:ext cx="136756" cy="175987"/>
              <a:chOff x="1897944" y="1497422"/>
              <a:chExt cx="136756" cy="175987"/>
            </a:xfrm>
          </p:grpSpPr>
          <p:sp>
            <p:nvSpPr>
              <p:cNvPr id="736" name="Google Shape;736;p47"/>
              <p:cNvSpPr/>
              <p:nvPr/>
            </p:nvSpPr>
            <p:spPr>
              <a:xfrm>
                <a:off x="1917715" y="1497422"/>
                <a:ext cx="97213" cy="175987"/>
              </a:xfrm>
              <a:custGeom>
                <a:rect b="b" l="l" r="r" t="t"/>
                <a:pathLst>
                  <a:path extrusionOk="0" h="3961" w="2188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47"/>
              <p:cNvSpPr/>
              <p:nvPr/>
            </p:nvSpPr>
            <p:spPr>
              <a:xfrm>
                <a:off x="1897944" y="1538742"/>
                <a:ext cx="136756" cy="81529"/>
              </a:xfrm>
              <a:custGeom>
                <a:rect b="b" l="l" r="r" t="t"/>
                <a:pathLst>
                  <a:path extrusionOk="0" h="1835" w="3078">
                    <a:moveTo>
                      <a:pt x="1539" y="1"/>
                    </a:moveTo>
                    <a:lnTo>
                      <a:pt x="0" y="1835"/>
                    </a:lnTo>
                    <a:lnTo>
                      <a:pt x="3078" y="1835"/>
                    </a:lnTo>
                    <a:lnTo>
                      <a:pt x="15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8" name="Google Shape;738;p47"/>
            <p:cNvGrpSpPr/>
            <p:nvPr/>
          </p:nvGrpSpPr>
          <p:grpSpPr>
            <a:xfrm>
              <a:off x="1009180" y="733662"/>
              <a:ext cx="136800" cy="175987"/>
              <a:chOff x="975855" y="1419225"/>
              <a:chExt cx="136800" cy="175987"/>
            </a:xfrm>
          </p:grpSpPr>
          <p:sp>
            <p:nvSpPr>
              <p:cNvPr id="739" name="Google Shape;739;p47"/>
              <p:cNvSpPr/>
              <p:nvPr/>
            </p:nvSpPr>
            <p:spPr>
              <a:xfrm>
                <a:off x="995671" y="1419225"/>
                <a:ext cx="97213" cy="175987"/>
              </a:xfrm>
              <a:custGeom>
                <a:rect b="b" l="l" r="r" t="t"/>
                <a:pathLst>
                  <a:path extrusionOk="0" h="3961" w="2188">
                    <a:moveTo>
                      <a:pt x="0" y="1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47"/>
              <p:cNvSpPr/>
              <p:nvPr/>
            </p:nvSpPr>
            <p:spPr>
              <a:xfrm>
                <a:off x="975855" y="1460545"/>
                <a:ext cx="136800" cy="81618"/>
              </a:xfrm>
              <a:custGeom>
                <a:rect b="b" l="l" r="r" t="t"/>
                <a:pathLst>
                  <a:path extrusionOk="0" h="1837" w="3079">
                    <a:moveTo>
                      <a:pt x="1540" y="1"/>
                    </a:moveTo>
                    <a:lnTo>
                      <a:pt x="1" y="1836"/>
                    </a:lnTo>
                    <a:lnTo>
                      <a:pt x="3079" y="1836"/>
                    </a:lnTo>
                    <a:lnTo>
                      <a:pt x="15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1" name="Google Shape;741;p47"/>
            <p:cNvGrpSpPr/>
            <p:nvPr/>
          </p:nvGrpSpPr>
          <p:grpSpPr>
            <a:xfrm>
              <a:off x="2102522" y="3241113"/>
              <a:ext cx="136844" cy="175987"/>
              <a:chOff x="1773897" y="3022038"/>
              <a:chExt cx="136844" cy="175987"/>
            </a:xfrm>
          </p:grpSpPr>
          <p:sp>
            <p:nvSpPr>
              <p:cNvPr id="742" name="Google Shape;742;p47"/>
              <p:cNvSpPr/>
              <p:nvPr/>
            </p:nvSpPr>
            <p:spPr>
              <a:xfrm>
                <a:off x="1793713" y="3022038"/>
                <a:ext cx="97257" cy="175987"/>
              </a:xfrm>
              <a:custGeom>
                <a:rect b="b" l="l" r="r" t="t"/>
                <a:pathLst>
                  <a:path extrusionOk="0" h="3961" w="2189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47"/>
              <p:cNvSpPr/>
              <p:nvPr/>
            </p:nvSpPr>
            <p:spPr>
              <a:xfrm>
                <a:off x="1773897" y="3075132"/>
                <a:ext cx="136844" cy="81573"/>
              </a:xfrm>
              <a:custGeom>
                <a:rect b="b" l="l" r="r" t="t"/>
                <a:pathLst>
                  <a:path extrusionOk="0" h="1836" w="3080">
                    <a:moveTo>
                      <a:pt x="1" y="0"/>
                    </a:moveTo>
                    <a:lnTo>
                      <a:pt x="1541" y="1835"/>
                    </a:lnTo>
                    <a:lnTo>
                      <a:pt x="30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4" name="Google Shape;744;p47"/>
            <p:cNvGrpSpPr/>
            <p:nvPr/>
          </p:nvGrpSpPr>
          <p:grpSpPr>
            <a:xfrm>
              <a:off x="913822" y="2760610"/>
              <a:ext cx="136800" cy="175987"/>
              <a:chOff x="851897" y="2593910"/>
              <a:chExt cx="136800" cy="175987"/>
            </a:xfrm>
          </p:grpSpPr>
          <p:sp>
            <p:nvSpPr>
              <p:cNvPr id="745" name="Google Shape;745;p47"/>
              <p:cNvSpPr/>
              <p:nvPr/>
            </p:nvSpPr>
            <p:spPr>
              <a:xfrm>
                <a:off x="871713" y="2593910"/>
                <a:ext cx="97213" cy="175987"/>
              </a:xfrm>
              <a:custGeom>
                <a:rect b="b" l="l" r="r" t="t"/>
                <a:pathLst>
                  <a:path extrusionOk="0" h="3961" w="2188">
                    <a:moveTo>
                      <a:pt x="0" y="0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47"/>
              <p:cNvSpPr/>
              <p:nvPr/>
            </p:nvSpPr>
            <p:spPr>
              <a:xfrm>
                <a:off x="851897" y="2647049"/>
                <a:ext cx="136800" cy="81529"/>
              </a:xfrm>
              <a:custGeom>
                <a:rect b="b" l="l" r="r" t="t"/>
                <a:pathLst>
                  <a:path extrusionOk="0" h="1835" w="3079">
                    <a:moveTo>
                      <a:pt x="1" y="0"/>
                    </a:moveTo>
                    <a:lnTo>
                      <a:pt x="1540" y="1834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47" name="Google Shape;747;p47"/>
          <p:cNvGrpSpPr/>
          <p:nvPr/>
        </p:nvGrpSpPr>
        <p:grpSpPr>
          <a:xfrm>
            <a:off x="6755303" y="991697"/>
            <a:ext cx="1548193" cy="2344556"/>
            <a:chOff x="874813" y="1108300"/>
            <a:chExt cx="1488647" cy="2254381"/>
          </a:xfrm>
        </p:grpSpPr>
        <p:sp>
          <p:nvSpPr>
            <p:cNvPr id="748" name="Google Shape;748;p47"/>
            <p:cNvSpPr/>
            <p:nvPr/>
          </p:nvSpPr>
          <p:spPr>
            <a:xfrm>
              <a:off x="1297461" y="2636239"/>
              <a:ext cx="644809" cy="563115"/>
            </a:xfrm>
            <a:custGeom>
              <a:rect b="b" l="l" r="r" t="t"/>
              <a:pathLst>
                <a:path extrusionOk="0" h="12497" w="14310">
                  <a:moveTo>
                    <a:pt x="1" y="0"/>
                  </a:moveTo>
                  <a:lnTo>
                    <a:pt x="1" y="12496"/>
                  </a:lnTo>
                  <a:lnTo>
                    <a:pt x="14310" y="12496"/>
                  </a:lnTo>
                  <a:lnTo>
                    <a:pt x="14310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47"/>
            <p:cNvSpPr/>
            <p:nvPr/>
          </p:nvSpPr>
          <p:spPr>
            <a:xfrm>
              <a:off x="1297461" y="3199338"/>
              <a:ext cx="644809" cy="163343"/>
            </a:xfrm>
            <a:custGeom>
              <a:rect b="b" l="l" r="r" t="t"/>
              <a:pathLst>
                <a:path extrusionOk="0" h="3625" w="14310">
                  <a:moveTo>
                    <a:pt x="1" y="1"/>
                  </a:moveTo>
                  <a:lnTo>
                    <a:pt x="2840" y="3624"/>
                  </a:lnTo>
                  <a:lnTo>
                    <a:pt x="11471" y="3624"/>
                  </a:lnTo>
                  <a:lnTo>
                    <a:pt x="14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47"/>
            <p:cNvSpPr/>
            <p:nvPr/>
          </p:nvSpPr>
          <p:spPr>
            <a:xfrm>
              <a:off x="874813" y="1108300"/>
              <a:ext cx="1488647" cy="1698266"/>
            </a:xfrm>
            <a:custGeom>
              <a:rect b="b" l="l" r="r" t="t"/>
              <a:pathLst>
                <a:path extrusionOk="0" h="37689" w="33037">
                  <a:moveTo>
                    <a:pt x="16539" y="0"/>
                  </a:moveTo>
                  <a:cubicBezTo>
                    <a:pt x="7530" y="0"/>
                    <a:pt x="108" y="7329"/>
                    <a:pt x="36" y="16364"/>
                  </a:cubicBezTo>
                  <a:cubicBezTo>
                    <a:pt x="0" y="20651"/>
                    <a:pt x="1601" y="24564"/>
                    <a:pt x="4251" y="27517"/>
                  </a:cubicBezTo>
                  <a:cubicBezTo>
                    <a:pt x="5795" y="29238"/>
                    <a:pt x="6617" y="31488"/>
                    <a:pt x="6617" y="33799"/>
                  </a:cubicBezTo>
                  <a:lnTo>
                    <a:pt x="6617" y="35435"/>
                  </a:lnTo>
                  <a:cubicBezTo>
                    <a:pt x="6617" y="36679"/>
                    <a:pt x="7627" y="37689"/>
                    <a:pt x="8871" y="37689"/>
                  </a:cubicBezTo>
                  <a:lnTo>
                    <a:pt x="24200" y="37689"/>
                  </a:lnTo>
                  <a:cubicBezTo>
                    <a:pt x="25444" y="37689"/>
                    <a:pt x="26453" y="36679"/>
                    <a:pt x="26453" y="35435"/>
                  </a:cubicBezTo>
                  <a:lnTo>
                    <a:pt x="26453" y="33764"/>
                  </a:lnTo>
                  <a:cubicBezTo>
                    <a:pt x="26453" y="31451"/>
                    <a:pt x="27301" y="29217"/>
                    <a:pt x="28842" y="27493"/>
                  </a:cubicBezTo>
                  <a:cubicBezTo>
                    <a:pt x="31451" y="24575"/>
                    <a:pt x="33036" y="20724"/>
                    <a:pt x="33036" y="16501"/>
                  </a:cubicBezTo>
                  <a:cubicBezTo>
                    <a:pt x="33036" y="7461"/>
                    <a:pt x="25768" y="119"/>
                    <a:pt x="16756" y="2"/>
                  </a:cubicBezTo>
                  <a:cubicBezTo>
                    <a:pt x="16684" y="1"/>
                    <a:pt x="16612" y="0"/>
                    <a:pt x="165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47"/>
            <p:cNvSpPr/>
            <p:nvPr/>
          </p:nvSpPr>
          <p:spPr>
            <a:xfrm>
              <a:off x="1324857" y="2095671"/>
              <a:ext cx="295053" cy="710867"/>
            </a:xfrm>
            <a:custGeom>
              <a:rect b="b" l="l" r="r" t="t"/>
              <a:pathLst>
                <a:path extrusionOk="0" fill="none" h="15776" w="6548">
                  <a:moveTo>
                    <a:pt x="4251" y="15776"/>
                  </a:moveTo>
                  <a:lnTo>
                    <a:pt x="4251" y="2126"/>
                  </a:lnTo>
                  <a:cubicBezTo>
                    <a:pt x="4251" y="952"/>
                    <a:pt x="3300" y="1"/>
                    <a:pt x="2126" y="1"/>
                  </a:cubicBezTo>
                  <a:lnTo>
                    <a:pt x="2126" y="1"/>
                  </a:lnTo>
                  <a:cubicBezTo>
                    <a:pt x="953" y="1"/>
                    <a:pt x="0" y="952"/>
                    <a:pt x="0" y="2126"/>
                  </a:cubicBezTo>
                  <a:lnTo>
                    <a:pt x="0" y="2126"/>
                  </a:lnTo>
                  <a:cubicBezTo>
                    <a:pt x="0" y="3299"/>
                    <a:pt x="953" y="4252"/>
                    <a:pt x="2126" y="4252"/>
                  </a:cubicBezTo>
                  <a:lnTo>
                    <a:pt x="6547" y="4252"/>
                  </a:ln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47"/>
            <p:cNvSpPr/>
            <p:nvPr/>
          </p:nvSpPr>
          <p:spPr>
            <a:xfrm>
              <a:off x="1619854" y="2095671"/>
              <a:ext cx="295053" cy="710867"/>
            </a:xfrm>
            <a:custGeom>
              <a:rect b="b" l="l" r="r" t="t"/>
              <a:pathLst>
                <a:path extrusionOk="0" fill="none" h="15776" w="6548">
                  <a:moveTo>
                    <a:pt x="2296" y="15776"/>
                  </a:moveTo>
                  <a:lnTo>
                    <a:pt x="2296" y="2126"/>
                  </a:lnTo>
                  <a:cubicBezTo>
                    <a:pt x="2296" y="952"/>
                    <a:pt x="3248" y="1"/>
                    <a:pt x="4423" y="1"/>
                  </a:cubicBezTo>
                  <a:lnTo>
                    <a:pt x="4423" y="1"/>
                  </a:lnTo>
                  <a:cubicBezTo>
                    <a:pt x="5596" y="1"/>
                    <a:pt x="6548" y="952"/>
                    <a:pt x="6548" y="2126"/>
                  </a:cubicBezTo>
                  <a:lnTo>
                    <a:pt x="6548" y="2126"/>
                  </a:lnTo>
                  <a:cubicBezTo>
                    <a:pt x="6548" y="3299"/>
                    <a:pt x="5596" y="4252"/>
                    <a:pt x="4423" y="4252"/>
                  </a:cubicBezTo>
                  <a:lnTo>
                    <a:pt x="0" y="4252"/>
                  </a:ln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3" name="Google Shape;753;p47"/>
          <p:cNvGrpSpPr/>
          <p:nvPr/>
        </p:nvGrpSpPr>
        <p:grpSpPr>
          <a:xfrm rot="10800000">
            <a:off x="365304" y="74598"/>
            <a:ext cx="753870" cy="1800197"/>
            <a:chOff x="5088650" y="245050"/>
            <a:chExt cx="1046025" cy="2497844"/>
          </a:xfrm>
        </p:grpSpPr>
        <p:sp>
          <p:nvSpPr>
            <p:cNvPr id="754" name="Google Shape;754;p47"/>
            <p:cNvSpPr/>
            <p:nvPr/>
          </p:nvSpPr>
          <p:spPr>
            <a:xfrm>
              <a:off x="5547342" y="1157910"/>
              <a:ext cx="128662" cy="1584984"/>
            </a:xfrm>
            <a:custGeom>
              <a:rect b="b" l="l" r="r" t="t"/>
              <a:pathLst>
                <a:path extrusionOk="0" h="18637" w="5147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47"/>
            <p:cNvSpPr/>
            <p:nvPr/>
          </p:nvSpPr>
          <p:spPr>
            <a:xfrm>
              <a:off x="5425725" y="1130250"/>
              <a:ext cx="371850" cy="829500"/>
            </a:xfrm>
            <a:custGeom>
              <a:rect b="b" l="l" r="r" t="t"/>
              <a:pathLst>
                <a:path extrusionOk="0" h="33180" w="14874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47"/>
            <p:cNvSpPr/>
            <p:nvPr/>
          </p:nvSpPr>
          <p:spPr>
            <a:xfrm>
              <a:off x="532515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47"/>
            <p:cNvSpPr/>
            <p:nvPr/>
          </p:nvSpPr>
          <p:spPr>
            <a:xfrm>
              <a:off x="569700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47"/>
            <p:cNvSpPr/>
            <p:nvPr/>
          </p:nvSpPr>
          <p:spPr>
            <a:xfrm>
              <a:off x="5088650" y="767125"/>
              <a:ext cx="1046025" cy="726250"/>
            </a:xfrm>
            <a:custGeom>
              <a:rect b="b" l="l" r="r" t="t"/>
              <a:pathLst>
                <a:path extrusionOk="0" h="29050" w="41841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47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rect b="b" l="l" r="r" t="t"/>
              <a:pathLst>
                <a:path extrusionOk="0" h="12396" w="8494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0" name="Google Shape;760;p47"/>
          <p:cNvSpPr txBox="1"/>
          <p:nvPr/>
        </p:nvSpPr>
        <p:spPr>
          <a:xfrm>
            <a:off x="4985800" y="4797900"/>
            <a:ext cx="9288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Duy Bảo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32" y="396510"/>
            <a:ext cx="6911935" cy="419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267" y="0"/>
            <a:ext cx="761346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48"/>
          <p:cNvSpPr txBox="1"/>
          <p:nvPr/>
        </p:nvSpPr>
        <p:spPr>
          <a:xfrm>
            <a:off x="-36450" y="4797900"/>
            <a:ext cx="8478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Duy Bảo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9"/>
          <p:cNvSpPr txBox="1"/>
          <p:nvPr>
            <p:ph type="title"/>
          </p:nvPr>
        </p:nvSpPr>
        <p:spPr>
          <a:xfrm>
            <a:off x="706765" y="160245"/>
            <a:ext cx="77040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Password memory blocks</a:t>
            </a:r>
            <a:endParaRPr/>
          </a:p>
        </p:txBody>
      </p:sp>
      <p:grpSp>
        <p:nvGrpSpPr>
          <p:cNvPr id="773" name="Google Shape;773;p49"/>
          <p:cNvGrpSpPr/>
          <p:nvPr/>
        </p:nvGrpSpPr>
        <p:grpSpPr>
          <a:xfrm flipH="1" rot="-5400000">
            <a:off x="7675642" y="3851031"/>
            <a:ext cx="753870" cy="1592276"/>
            <a:chOff x="5088650" y="245050"/>
            <a:chExt cx="1046025" cy="2209346"/>
          </a:xfrm>
        </p:grpSpPr>
        <p:sp>
          <p:nvSpPr>
            <p:cNvPr id="774" name="Google Shape;774;p49"/>
            <p:cNvSpPr/>
            <p:nvPr/>
          </p:nvSpPr>
          <p:spPr>
            <a:xfrm>
              <a:off x="5547343" y="1580787"/>
              <a:ext cx="128662" cy="873609"/>
            </a:xfrm>
            <a:custGeom>
              <a:rect b="b" l="l" r="r" t="t"/>
              <a:pathLst>
                <a:path extrusionOk="0" h="18637" w="5147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49"/>
            <p:cNvSpPr/>
            <p:nvPr/>
          </p:nvSpPr>
          <p:spPr>
            <a:xfrm>
              <a:off x="5425725" y="1130250"/>
              <a:ext cx="371850" cy="829500"/>
            </a:xfrm>
            <a:custGeom>
              <a:rect b="b" l="l" r="r" t="t"/>
              <a:pathLst>
                <a:path extrusionOk="0" h="33180" w="14874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49"/>
            <p:cNvSpPr/>
            <p:nvPr/>
          </p:nvSpPr>
          <p:spPr>
            <a:xfrm>
              <a:off x="532515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49"/>
            <p:cNvSpPr/>
            <p:nvPr/>
          </p:nvSpPr>
          <p:spPr>
            <a:xfrm>
              <a:off x="569700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49"/>
            <p:cNvSpPr/>
            <p:nvPr/>
          </p:nvSpPr>
          <p:spPr>
            <a:xfrm>
              <a:off x="5088650" y="767125"/>
              <a:ext cx="1046025" cy="726250"/>
            </a:xfrm>
            <a:custGeom>
              <a:rect b="b" l="l" r="r" t="t"/>
              <a:pathLst>
                <a:path extrusionOk="0" h="29050" w="41841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49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rect b="b" l="l" r="r" t="t"/>
              <a:pathLst>
                <a:path extrusionOk="0" h="12396" w="8494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0" name="Google Shape;780;p49"/>
          <p:cNvGrpSpPr/>
          <p:nvPr/>
        </p:nvGrpSpPr>
        <p:grpSpPr>
          <a:xfrm rot="5400000">
            <a:off x="714487" y="3851031"/>
            <a:ext cx="753870" cy="1592276"/>
            <a:chOff x="5088650" y="245050"/>
            <a:chExt cx="1046025" cy="2209346"/>
          </a:xfrm>
        </p:grpSpPr>
        <p:sp>
          <p:nvSpPr>
            <p:cNvPr id="781" name="Google Shape;781;p49"/>
            <p:cNvSpPr/>
            <p:nvPr/>
          </p:nvSpPr>
          <p:spPr>
            <a:xfrm>
              <a:off x="5547343" y="1580787"/>
              <a:ext cx="128662" cy="873609"/>
            </a:xfrm>
            <a:custGeom>
              <a:rect b="b" l="l" r="r" t="t"/>
              <a:pathLst>
                <a:path extrusionOk="0" h="18637" w="5147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49"/>
            <p:cNvSpPr/>
            <p:nvPr/>
          </p:nvSpPr>
          <p:spPr>
            <a:xfrm>
              <a:off x="5425725" y="1130250"/>
              <a:ext cx="371850" cy="829500"/>
            </a:xfrm>
            <a:custGeom>
              <a:rect b="b" l="l" r="r" t="t"/>
              <a:pathLst>
                <a:path extrusionOk="0" h="33180" w="14874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49"/>
            <p:cNvSpPr/>
            <p:nvPr/>
          </p:nvSpPr>
          <p:spPr>
            <a:xfrm>
              <a:off x="532515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49"/>
            <p:cNvSpPr/>
            <p:nvPr/>
          </p:nvSpPr>
          <p:spPr>
            <a:xfrm>
              <a:off x="569700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49"/>
            <p:cNvSpPr/>
            <p:nvPr/>
          </p:nvSpPr>
          <p:spPr>
            <a:xfrm>
              <a:off x="5088650" y="767125"/>
              <a:ext cx="1046025" cy="726250"/>
            </a:xfrm>
            <a:custGeom>
              <a:rect b="b" l="l" r="r" t="t"/>
              <a:pathLst>
                <a:path extrusionOk="0" h="29050" w="41841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49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rect b="b" l="l" r="r" t="t"/>
              <a:pathLst>
                <a:path extrusionOk="0" h="12396" w="8494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7" name="Google Shape;787;p49"/>
          <p:cNvSpPr txBox="1"/>
          <p:nvPr/>
        </p:nvSpPr>
        <p:spPr>
          <a:xfrm>
            <a:off x="3750650" y="3278675"/>
            <a:ext cx="502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Password Memory 2 </a:t>
            </a:r>
            <a:r>
              <a:rPr lang="en">
                <a:solidFill>
                  <a:schemeClr val="dk1"/>
                </a:solidFill>
              </a:rPr>
              <a:t>saves the second number on the LED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49"/>
          <p:cNvSpPr txBox="1"/>
          <p:nvPr/>
        </p:nvSpPr>
        <p:spPr>
          <a:xfrm>
            <a:off x="3787876" y="1451150"/>
            <a:ext cx="4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Password Memory 1 saves the</a:t>
            </a:r>
            <a:r>
              <a:rPr lang="en">
                <a:solidFill>
                  <a:schemeClr val="dk1"/>
                </a:solidFill>
              </a:rPr>
              <a:t> first number on the LED</a:t>
            </a:r>
            <a:endParaRPr/>
          </a:p>
        </p:txBody>
      </p:sp>
      <p:pic>
        <p:nvPicPr>
          <p:cNvPr id="789" name="Google Shape;78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300" y="811912"/>
            <a:ext cx="2300230" cy="345832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49"/>
          <p:cNvSpPr txBox="1"/>
          <p:nvPr/>
        </p:nvSpPr>
        <p:spPr>
          <a:xfrm>
            <a:off x="7919925" y="0"/>
            <a:ext cx="9288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Duy Bảo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0"/>
          <p:cNvSpPr txBox="1"/>
          <p:nvPr/>
        </p:nvSpPr>
        <p:spPr>
          <a:xfrm>
            <a:off x="706765" y="160245"/>
            <a:ext cx="77040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</a:pPr>
            <a:r>
              <a:rPr b="0" i="0" lang="en" sz="32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Password memory blocks</a:t>
            </a:r>
            <a:endParaRPr b="0" i="0" sz="3200" u="none" cap="none" strike="noStrike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grpSp>
        <p:nvGrpSpPr>
          <p:cNvPr id="796" name="Google Shape;796;p50"/>
          <p:cNvGrpSpPr/>
          <p:nvPr/>
        </p:nvGrpSpPr>
        <p:grpSpPr>
          <a:xfrm flipH="1" rot="-5400000">
            <a:off x="7675642" y="3851031"/>
            <a:ext cx="753870" cy="1592276"/>
            <a:chOff x="5088650" y="245050"/>
            <a:chExt cx="1046025" cy="2209346"/>
          </a:xfrm>
        </p:grpSpPr>
        <p:sp>
          <p:nvSpPr>
            <p:cNvPr id="797" name="Google Shape;797;p50"/>
            <p:cNvSpPr/>
            <p:nvPr/>
          </p:nvSpPr>
          <p:spPr>
            <a:xfrm>
              <a:off x="5547343" y="1580787"/>
              <a:ext cx="128662" cy="873609"/>
            </a:xfrm>
            <a:custGeom>
              <a:rect b="b" l="l" r="r" t="t"/>
              <a:pathLst>
                <a:path extrusionOk="0" h="18637" w="5147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50"/>
            <p:cNvSpPr/>
            <p:nvPr/>
          </p:nvSpPr>
          <p:spPr>
            <a:xfrm>
              <a:off x="5425725" y="1130250"/>
              <a:ext cx="371850" cy="829500"/>
            </a:xfrm>
            <a:custGeom>
              <a:rect b="b" l="l" r="r" t="t"/>
              <a:pathLst>
                <a:path extrusionOk="0" h="33180" w="14874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50"/>
            <p:cNvSpPr/>
            <p:nvPr/>
          </p:nvSpPr>
          <p:spPr>
            <a:xfrm>
              <a:off x="532515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50"/>
            <p:cNvSpPr/>
            <p:nvPr/>
          </p:nvSpPr>
          <p:spPr>
            <a:xfrm>
              <a:off x="569700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50"/>
            <p:cNvSpPr/>
            <p:nvPr/>
          </p:nvSpPr>
          <p:spPr>
            <a:xfrm>
              <a:off x="5088650" y="767125"/>
              <a:ext cx="1046025" cy="726250"/>
            </a:xfrm>
            <a:custGeom>
              <a:rect b="b" l="l" r="r" t="t"/>
              <a:pathLst>
                <a:path extrusionOk="0" h="29050" w="41841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0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rect b="b" l="l" r="r" t="t"/>
              <a:pathLst>
                <a:path extrusionOk="0" h="12396" w="8494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3" name="Google Shape;803;p50"/>
          <p:cNvGrpSpPr/>
          <p:nvPr/>
        </p:nvGrpSpPr>
        <p:grpSpPr>
          <a:xfrm rot="5400000">
            <a:off x="714487" y="3851031"/>
            <a:ext cx="753870" cy="1592276"/>
            <a:chOff x="5088650" y="245050"/>
            <a:chExt cx="1046025" cy="2209346"/>
          </a:xfrm>
        </p:grpSpPr>
        <p:sp>
          <p:nvSpPr>
            <p:cNvPr id="804" name="Google Shape;804;p50"/>
            <p:cNvSpPr/>
            <p:nvPr/>
          </p:nvSpPr>
          <p:spPr>
            <a:xfrm>
              <a:off x="5547343" y="1580787"/>
              <a:ext cx="128662" cy="873609"/>
            </a:xfrm>
            <a:custGeom>
              <a:rect b="b" l="l" r="r" t="t"/>
              <a:pathLst>
                <a:path extrusionOk="0" h="18637" w="5147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0"/>
            <p:cNvSpPr/>
            <p:nvPr/>
          </p:nvSpPr>
          <p:spPr>
            <a:xfrm>
              <a:off x="5425725" y="1130250"/>
              <a:ext cx="371850" cy="829500"/>
            </a:xfrm>
            <a:custGeom>
              <a:rect b="b" l="l" r="r" t="t"/>
              <a:pathLst>
                <a:path extrusionOk="0" h="33180" w="14874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0"/>
            <p:cNvSpPr/>
            <p:nvPr/>
          </p:nvSpPr>
          <p:spPr>
            <a:xfrm>
              <a:off x="532515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0"/>
            <p:cNvSpPr/>
            <p:nvPr/>
          </p:nvSpPr>
          <p:spPr>
            <a:xfrm>
              <a:off x="569700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50"/>
            <p:cNvSpPr/>
            <p:nvPr/>
          </p:nvSpPr>
          <p:spPr>
            <a:xfrm>
              <a:off x="5088650" y="767125"/>
              <a:ext cx="1046025" cy="726250"/>
            </a:xfrm>
            <a:custGeom>
              <a:rect b="b" l="l" r="r" t="t"/>
              <a:pathLst>
                <a:path extrusionOk="0" h="29050" w="41841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0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rect b="b" l="l" r="r" t="t"/>
              <a:pathLst>
                <a:path extrusionOk="0" h="12396" w="8494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0" name="Google Shape;810;p50"/>
          <p:cNvSpPr txBox="1"/>
          <p:nvPr/>
        </p:nvSpPr>
        <p:spPr>
          <a:xfrm>
            <a:off x="3750658" y="3199849"/>
            <a:ext cx="43083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Password is right, the lock is opened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50"/>
          <p:cNvSpPr txBox="1"/>
          <p:nvPr/>
        </p:nvSpPr>
        <p:spPr>
          <a:xfrm>
            <a:off x="3750658" y="1277617"/>
            <a:ext cx="44054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P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assword is wrong, the lock is closed</a:t>
            </a:r>
            <a:endParaRPr/>
          </a:p>
        </p:txBody>
      </p:sp>
      <p:pic>
        <p:nvPicPr>
          <p:cNvPr id="812" name="Google Shape;81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9679" y="856549"/>
            <a:ext cx="1678150" cy="1335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2937" y="2758966"/>
            <a:ext cx="1671301" cy="1220816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50"/>
          <p:cNvSpPr txBox="1"/>
          <p:nvPr/>
        </p:nvSpPr>
        <p:spPr>
          <a:xfrm>
            <a:off x="7919925" y="0"/>
            <a:ext cx="9288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Duy Bảo</a:t>
            </a:r>
            <a:endParaRPr sz="12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1"/>
          <p:cNvSpPr txBox="1"/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How does it work ?</a:t>
            </a:r>
            <a:endParaRPr/>
          </a:p>
        </p:txBody>
      </p:sp>
      <p:sp>
        <p:nvSpPr>
          <p:cNvPr id="820" name="Google Shape;820;p51"/>
          <p:cNvSpPr/>
          <p:nvPr/>
        </p:nvSpPr>
        <p:spPr>
          <a:xfrm>
            <a:off x="733415" y="1515913"/>
            <a:ext cx="1838399" cy="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Entering password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through switches 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1" name="Google Shape;821;p51"/>
          <p:cNvSpPr/>
          <p:nvPr/>
        </p:nvSpPr>
        <p:spPr>
          <a:xfrm>
            <a:off x="6572140" y="1515900"/>
            <a:ext cx="2199626" cy="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✅ Comparator unlocks the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lock</a:t>
            </a: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system 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2" name="Google Shape;822;p51"/>
          <p:cNvSpPr/>
          <p:nvPr/>
        </p:nvSpPr>
        <p:spPr>
          <a:xfrm>
            <a:off x="2608940" y="1515913"/>
            <a:ext cx="573300" cy="573300"/>
          </a:xfrm>
          <a:prstGeom prst="roundRect">
            <a:avLst>
              <a:gd fmla="val 3157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823" name="Google Shape;823;p51"/>
          <p:cNvSpPr/>
          <p:nvPr/>
        </p:nvSpPr>
        <p:spPr>
          <a:xfrm>
            <a:off x="733414" y="2641300"/>
            <a:ext cx="1838445" cy="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Signals are stored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 Memory Blocks and converted to binary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4" name="Google Shape;824;p51"/>
          <p:cNvSpPr/>
          <p:nvPr/>
        </p:nvSpPr>
        <p:spPr>
          <a:xfrm>
            <a:off x="6572184" y="2641288"/>
            <a:ext cx="2199581" cy="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❌ Comparator behaves nothing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5" name="Google Shape;825;p51"/>
          <p:cNvSpPr/>
          <p:nvPr/>
        </p:nvSpPr>
        <p:spPr>
          <a:xfrm>
            <a:off x="2608940" y="2641300"/>
            <a:ext cx="573300" cy="573300"/>
          </a:xfrm>
          <a:prstGeom prst="roundRect">
            <a:avLst>
              <a:gd fmla="val 3157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826" name="Google Shape;826;p51"/>
          <p:cNvSpPr/>
          <p:nvPr/>
        </p:nvSpPr>
        <p:spPr>
          <a:xfrm>
            <a:off x="733415" y="3766688"/>
            <a:ext cx="18384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8-bit Comparator compares these inputs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7" name="Google Shape;827;p51"/>
          <p:cNvSpPr/>
          <p:nvPr/>
        </p:nvSpPr>
        <p:spPr>
          <a:xfrm>
            <a:off x="6572140" y="3766675"/>
            <a:ext cx="2199626" cy="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“New Password” triggered, signals stored in PMB, updating user’s new code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8" name="Google Shape;828;p51"/>
          <p:cNvSpPr/>
          <p:nvPr/>
        </p:nvSpPr>
        <p:spPr>
          <a:xfrm>
            <a:off x="2608940" y="3766688"/>
            <a:ext cx="573300" cy="573300"/>
          </a:xfrm>
          <a:prstGeom prst="roundRect">
            <a:avLst>
              <a:gd fmla="val 3157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829" name="Google Shape;829;p51"/>
          <p:cNvSpPr/>
          <p:nvPr/>
        </p:nvSpPr>
        <p:spPr>
          <a:xfrm>
            <a:off x="5961740" y="1515900"/>
            <a:ext cx="573300" cy="573300"/>
          </a:xfrm>
          <a:prstGeom prst="roundRect">
            <a:avLst>
              <a:gd fmla="val 3157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830" name="Google Shape;830;p51"/>
          <p:cNvSpPr/>
          <p:nvPr/>
        </p:nvSpPr>
        <p:spPr>
          <a:xfrm>
            <a:off x="5961740" y="2641288"/>
            <a:ext cx="573300" cy="573300"/>
          </a:xfrm>
          <a:prstGeom prst="roundRect">
            <a:avLst>
              <a:gd fmla="val 3157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831" name="Google Shape;831;p51"/>
          <p:cNvSpPr/>
          <p:nvPr/>
        </p:nvSpPr>
        <p:spPr>
          <a:xfrm>
            <a:off x="5961740" y="3766675"/>
            <a:ext cx="573300" cy="573300"/>
          </a:xfrm>
          <a:prstGeom prst="roundRect">
            <a:avLst>
              <a:gd fmla="val 3157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6</a:t>
            </a:r>
            <a:endParaRPr b="0" i="0" sz="2400" u="none" cap="none" strike="noStrike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832" name="Google Shape;832;p51"/>
          <p:cNvSpPr/>
          <p:nvPr/>
        </p:nvSpPr>
        <p:spPr>
          <a:xfrm>
            <a:off x="3430800" y="1515899"/>
            <a:ext cx="2282400" cy="2824075"/>
          </a:xfrm>
          <a:prstGeom prst="roundRect">
            <a:avLst>
              <a:gd fmla="val 2722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833" name="Google Shape;83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7150" y="1670650"/>
            <a:ext cx="1669699" cy="25145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834" name="Google Shape;834;p51"/>
          <p:cNvSpPr txBox="1"/>
          <p:nvPr/>
        </p:nvSpPr>
        <p:spPr>
          <a:xfrm>
            <a:off x="7734125" y="0"/>
            <a:ext cx="9288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Duy Bảo</a:t>
            </a:r>
            <a:endParaRPr sz="12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52"/>
          <p:cNvSpPr/>
          <p:nvPr/>
        </p:nvSpPr>
        <p:spPr>
          <a:xfrm>
            <a:off x="5914800" y="-75"/>
            <a:ext cx="3229200" cy="4328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0" name="Google Shape;840;p52"/>
          <p:cNvGrpSpPr/>
          <p:nvPr/>
        </p:nvGrpSpPr>
        <p:grpSpPr>
          <a:xfrm flipH="1">
            <a:off x="5914612" y="4323416"/>
            <a:ext cx="3229222" cy="820210"/>
            <a:chOff x="5914788" y="4092325"/>
            <a:chExt cx="3229222" cy="1032360"/>
          </a:xfrm>
        </p:grpSpPr>
        <p:sp>
          <p:nvSpPr>
            <p:cNvPr id="841" name="Google Shape;841;p52"/>
            <p:cNvSpPr/>
            <p:nvPr/>
          </p:nvSpPr>
          <p:spPr>
            <a:xfrm>
              <a:off x="9046392" y="5030625"/>
              <a:ext cx="97591" cy="94060"/>
            </a:xfrm>
            <a:custGeom>
              <a:rect b="b" l="l" r="r" t="t"/>
              <a:pathLst>
                <a:path extrusionOk="0" h="1467" w="1522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2"/>
            <p:cNvSpPr/>
            <p:nvPr/>
          </p:nvSpPr>
          <p:spPr>
            <a:xfrm>
              <a:off x="8686560" y="4683876"/>
              <a:ext cx="457432" cy="440808"/>
            </a:xfrm>
            <a:custGeom>
              <a:rect b="b" l="l" r="r" t="t"/>
              <a:pathLst>
                <a:path extrusionOk="0" h="6875" w="7134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2"/>
            <p:cNvSpPr/>
            <p:nvPr/>
          </p:nvSpPr>
          <p:spPr>
            <a:xfrm>
              <a:off x="8899497" y="4889053"/>
              <a:ext cx="244490" cy="235632"/>
            </a:xfrm>
            <a:custGeom>
              <a:rect b="b" l="l" r="r" t="t"/>
              <a:pathLst>
                <a:path extrusionOk="0" h="3675" w="3813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52"/>
            <p:cNvSpPr/>
            <p:nvPr/>
          </p:nvSpPr>
          <p:spPr>
            <a:xfrm>
              <a:off x="7966831" y="4092325"/>
              <a:ext cx="1177179" cy="1032356"/>
            </a:xfrm>
            <a:custGeom>
              <a:rect b="b" l="l" r="r" t="t"/>
              <a:pathLst>
                <a:path extrusionOk="0" h="16101" w="18359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52"/>
            <p:cNvSpPr/>
            <p:nvPr/>
          </p:nvSpPr>
          <p:spPr>
            <a:xfrm>
              <a:off x="5914788" y="4092325"/>
              <a:ext cx="457432" cy="440808"/>
            </a:xfrm>
            <a:custGeom>
              <a:rect b="b" l="l" r="r" t="t"/>
              <a:pathLst>
                <a:path extrusionOk="0" h="6875" w="7134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52"/>
            <p:cNvSpPr/>
            <p:nvPr/>
          </p:nvSpPr>
          <p:spPr>
            <a:xfrm>
              <a:off x="7606935" y="4092325"/>
              <a:ext cx="1284388" cy="1032356"/>
            </a:xfrm>
            <a:custGeom>
              <a:rect b="b" l="l" r="r" t="t"/>
              <a:pathLst>
                <a:path extrusionOk="0" h="16101" w="20031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52"/>
            <p:cNvSpPr/>
            <p:nvPr/>
          </p:nvSpPr>
          <p:spPr>
            <a:xfrm>
              <a:off x="5914788" y="4092325"/>
              <a:ext cx="97591" cy="94060"/>
            </a:xfrm>
            <a:custGeom>
              <a:rect b="b" l="l" r="r" t="t"/>
              <a:pathLst>
                <a:path extrusionOk="0" h="1467" w="1522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52"/>
            <p:cNvSpPr/>
            <p:nvPr/>
          </p:nvSpPr>
          <p:spPr>
            <a:xfrm>
              <a:off x="8326728" y="4337127"/>
              <a:ext cx="817274" cy="787555"/>
            </a:xfrm>
            <a:custGeom>
              <a:rect b="b" l="l" r="r" t="t"/>
              <a:pathLst>
                <a:path extrusionOk="0" h="12283" w="12746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2"/>
            <p:cNvSpPr/>
            <p:nvPr/>
          </p:nvSpPr>
          <p:spPr>
            <a:xfrm>
              <a:off x="6527310" y="4092325"/>
              <a:ext cx="1284452" cy="1032356"/>
            </a:xfrm>
            <a:custGeom>
              <a:rect b="b" l="l" r="r" t="t"/>
              <a:pathLst>
                <a:path extrusionOk="0" h="16101" w="20032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2"/>
            <p:cNvSpPr/>
            <p:nvPr/>
          </p:nvSpPr>
          <p:spPr>
            <a:xfrm>
              <a:off x="7247039" y="4092325"/>
              <a:ext cx="1284452" cy="1032356"/>
            </a:xfrm>
            <a:custGeom>
              <a:rect b="b" l="l" r="r" t="t"/>
              <a:pathLst>
                <a:path extrusionOk="0" h="16101" w="20032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2"/>
            <p:cNvSpPr/>
            <p:nvPr/>
          </p:nvSpPr>
          <p:spPr>
            <a:xfrm>
              <a:off x="6887207" y="4092325"/>
              <a:ext cx="1284388" cy="1032356"/>
            </a:xfrm>
            <a:custGeom>
              <a:rect b="b" l="l" r="r" t="t"/>
              <a:pathLst>
                <a:path extrusionOk="0" h="16101" w="20031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2"/>
            <p:cNvSpPr/>
            <p:nvPr/>
          </p:nvSpPr>
          <p:spPr>
            <a:xfrm>
              <a:off x="6167478" y="4092325"/>
              <a:ext cx="1284388" cy="1032356"/>
            </a:xfrm>
            <a:custGeom>
              <a:rect b="b" l="l" r="r" t="t"/>
              <a:pathLst>
                <a:path extrusionOk="0" h="16101" w="20031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2"/>
            <p:cNvSpPr/>
            <p:nvPr/>
          </p:nvSpPr>
          <p:spPr>
            <a:xfrm>
              <a:off x="5914788" y="4092325"/>
              <a:ext cx="1177243" cy="1032356"/>
            </a:xfrm>
            <a:custGeom>
              <a:rect b="b" l="l" r="r" t="t"/>
              <a:pathLst>
                <a:path extrusionOk="0" h="16101" w="1836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2"/>
            <p:cNvSpPr/>
            <p:nvPr/>
          </p:nvSpPr>
          <p:spPr>
            <a:xfrm>
              <a:off x="5914788" y="4092325"/>
              <a:ext cx="817274" cy="787555"/>
            </a:xfrm>
            <a:custGeom>
              <a:rect b="b" l="l" r="r" t="t"/>
              <a:pathLst>
                <a:path extrusionOk="0" h="12283" w="12746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2"/>
            <p:cNvSpPr/>
            <p:nvPr/>
          </p:nvSpPr>
          <p:spPr>
            <a:xfrm>
              <a:off x="5914788" y="4092325"/>
              <a:ext cx="244554" cy="235632"/>
            </a:xfrm>
            <a:custGeom>
              <a:rect b="b" l="l" r="r" t="t"/>
              <a:pathLst>
                <a:path extrusionOk="0" h="3675" w="3814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52"/>
            <p:cNvSpPr/>
            <p:nvPr/>
          </p:nvSpPr>
          <p:spPr>
            <a:xfrm>
              <a:off x="5914788" y="4092325"/>
              <a:ext cx="604459" cy="582379"/>
            </a:xfrm>
            <a:custGeom>
              <a:rect b="b" l="l" r="r" t="t"/>
              <a:pathLst>
                <a:path extrusionOk="0" h="9083" w="9427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2"/>
            <p:cNvSpPr/>
            <p:nvPr/>
          </p:nvSpPr>
          <p:spPr>
            <a:xfrm>
              <a:off x="5914788" y="4092325"/>
              <a:ext cx="964301" cy="929127"/>
            </a:xfrm>
            <a:custGeom>
              <a:rect b="b" l="l" r="r" t="t"/>
              <a:pathLst>
                <a:path extrusionOk="0" h="14491" w="15039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2"/>
            <p:cNvSpPr/>
            <p:nvPr/>
          </p:nvSpPr>
          <p:spPr>
            <a:xfrm>
              <a:off x="6020519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2"/>
            <p:cNvSpPr/>
            <p:nvPr/>
          </p:nvSpPr>
          <p:spPr>
            <a:xfrm>
              <a:off x="6380415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2"/>
            <p:cNvSpPr/>
            <p:nvPr/>
          </p:nvSpPr>
          <p:spPr>
            <a:xfrm>
              <a:off x="6740248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2"/>
            <p:cNvSpPr/>
            <p:nvPr/>
          </p:nvSpPr>
          <p:spPr>
            <a:xfrm>
              <a:off x="7100144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2"/>
            <p:cNvSpPr/>
            <p:nvPr/>
          </p:nvSpPr>
          <p:spPr>
            <a:xfrm>
              <a:off x="7459976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2"/>
            <p:cNvSpPr/>
            <p:nvPr/>
          </p:nvSpPr>
          <p:spPr>
            <a:xfrm>
              <a:off x="7819808" y="4092325"/>
              <a:ext cx="1218472" cy="1032356"/>
            </a:xfrm>
            <a:custGeom>
              <a:rect b="b" l="l" r="r" t="t"/>
              <a:pathLst>
                <a:path extrusionOk="0" h="16101" w="19003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2"/>
            <p:cNvSpPr/>
            <p:nvPr/>
          </p:nvSpPr>
          <p:spPr>
            <a:xfrm>
              <a:off x="8179704" y="4195555"/>
              <a:ext cx="964301" cy="929127"/>
            </a:xfrm>
            <a:custGeom>
              <a:rect b="b" l="l" r="r" t="t"/>
              <a:pathLst>
                <a:path extrusionOk="0" h="14491" w="15039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2"/>
            <p:cNvSpPr/>
            <p:nvPr/>
          </p:nvSpPr>
          <p:spPr>
            <a:xfrm>
              <a:off x="8539601" y="4542304"/>
              <a:ext cx="604395" cy="582379"/>
            </a:xfrm>
            <a:custGeom>
              <a:rect b="b" l="l" r="r" t="t"/>
              <a:pathLst>
                <a:path extrusionOk="0" h="9083" w="9426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6" name="Google Shape;866;p52"/>
          <p:cNvSpPr/>
          <p:nvPr/>
        </p:nvSpPr>
        <p:spPr>
          <a:xfrm>
            <a:off x="2076332" y="731971"/>
            <a:ext cx="1792800" cy="1792800"/>
          </a:xfrm>
          <a:prstGeom prst="roundRect">
            <a:avLst>
              <a:gd fmla="val 3157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52"/>
          <p:cNvSpPr txBox="1"/>
          <p:nvPr>
            <p:ph type="title"/>
          </p:nvPr>
        </p:nvSpPr>
        <p:spPr>
          <a:xfrm flipH="1">
            <a:off x="1453430" y="2401970"/>
            <a:ext cx="30246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Raleway ExtraBold"/>
                <a:ea typeface="Raleway ExtraBold"/>
                <a:cs typeface="Raleway ExtraBold"/>
                <a:sym typeface="Raleway ExtraBold"/>
              </a:rPr>
              <a:t>Binary Decoder</a:t>
            </a:r>
            <a:endParaRPr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Raleway ExtraBold"/>
                <a:ea typeface="Raleway ExtraBold"/>
                <a:cs typeface="Raleway ExtraBold"/>
                <a:sym typeface="Raleway ExtraBold"/>
              </a:rPr>
              <a:t>Block </a:t>
            </a:r>
            <a:endParaRPr/>
          </a:p>
        </p:txBody>
      </p:sp>
      <p:sp>
        <p:nvSpPr>
          <p:cNvPr id="868" name="Google Shape;868;p52"/>
          <p:cNvSpPr txBox="1"/>
          <p:nvPr>
            <p:ph idx="2" type="title"/>
          </p:nvPr>
        </p:nvSpPr>
        <p:spPr>
          <a:xfrm flipH="1">
            <a:off x="1924030" y="842250"/>
            <a:ext cx="20709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869" name="Google Shape;869;p52"/>
          <p:cNvGrpSpPr/>
          <p:nvPr/>
        </p:nvGrpSpPr>
        <p:grpSpPr>
          <a:xfrm>
            <a:off x="6824022" y="341625"/>
            <a:ext cx="1416153" cy="3644700"/>
            <a:chOff x="913822" y="341700"/>
            <a:chExt cx="1416153" cy="3644700"/>
          </a:xfrm>
        </p:grpSpPr>
        <p:grpSp>
          <p:nvGrpSpPr>
            <p:cNvPr id="870" name="Google Shape;870;p52"/>
            <p:cNvGrpSpPr/>
            <p:nvPr/>
          </p:nvGrpSpPr>
          <p:grpSpPr>
            <a:xfrm>
              <a:off x="979900" y="341700"/>
              <a:ext cx="1278600" cy="3644700"/>
              <a:chOff x="979900" y="314325"/>
              <a:chExt cx="1278600" cy="3644700"/>
            </a:xfrm>
          </p:grpSpPr>
          <p:sp>
            <p:nvSpPr>
              <p:cNvPr id="871" name="Google Shape;871;p52"/>
              <p:cNvSpPr/>
              <p:nvPr/>
            </p:nvSpPr>
            <p:spPr>
              <a:xfrm rot="5400000">
                <a:off x="-203150" y="1497375"/>
                <a:ext cx="3644700" cy="1278600"/>
              </a:xfrm>
              <a:prstGeom prst="roundRect">
                <a:avLst>
                  <a:gd fmla="val 3544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52"/>
              <p:cNvSpPr/>
              <p:nvPr/>
            </p:nvSpPr>
            <p:spPr>
              <a:xfrm rot="5400000">
                <a:off x="-98195" y="1589775"/>
                <a:ext cx="3434700" cy="1093800"/>
              </a:xfrm>
              <a:prstGeom prst="roundRect">
                <a:avLst>
                  <a:gd fmla="val 3544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52"/>
              <p:cNvSpPr/>
              <p:nvPr/>
            </p:nvSpPr>
            <p:spPr>
              <a:xfrm rot="5400000">
                <a:off x="2751" y="1693425"/>
                <a:ext cx="3232800" cy="886500"/>
              </a:xfrm>
              <a:prstGeom prst="roundRect">
                <a:avLst>
                  <a:gd fmla="val 3544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52"/>
              <p:cNvSpPr/>
              <p:nvPr/>
            </p:nvSpPr>
            <p:spPr>
              <a:xfrm rot="5400000">
                <a:off x="103610" y="1806825"/>
                <a:ext cx="3031200" cy="659700"/>
              </a:xfrm>
              <a:prstGeom prst="roundRect">
                <a:avLst>
                  <a:gd fmla="val 3544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5" name="Google Shape;875;p52"/>
            <p:cNvGrpSpPr/>
            <p:nvPr/>
          </p:nvGrpSpPr>
          <p:grpSpPr>
            <a:xfrm>
              <a:off x="2193219" y="954497"/>
              <a:ext cx="136756" cy="175987"/>
              <a:chOff x="1897944" y="1497422"/>
              <a:chExt cx="136756" cy="175987"/>
            </a:xfrm>
          </p:grpSpPr>
          <p:sp>
            <p:nvSpPr>
              <p:cNvPr id="876" name="Google Shape;876;p52"/>
              <p:cNvSpPr/>
              <p:nvPr/>
            </p:nvSpPr>
            <p:spPr>
              <a:xfrm>
                <a:off x="1917715" y="1497422"/>
                <a:ext cx="97213" cy="175987"/>
              </a:xfrm>
              <a:custGeom>
                <a:rect b="b" l="l" r="r" t="t"/>
                <a:pathLst>
                  <a:path extrusionOk="0" h="3961" w="2188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52"/>
              <p:cNvSpPr/>
              <p:nvPr/>
            </p:nvSpPr>
            <p:spPr>
              <a:xfrm>
                <a:off x="1897944" y="1538742"/>
                <a:ext cx="136756" cy="81529"/>
              </a:xfrm>
              <a:custGeom>
                <a:rect b="b" l="l" r="r" t="t"/>
                <a:pathLst>
                  <a:path extrusionOk="0" h="1835" w="3078">
                    <a:moveTo>
                      <a:pt x="1539" y="1"/>
                    </a:moveTo>
                    <a:lnTo>
                      <a:pt x="0" y="1835"/>
                    </a:lnTo>
                    <a:lnTo>
                      <a:pt x="3078" y="1835"/>
                    </a:lnTo>
                    <a:lnTo>
                      <a:pt x="15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8" name="Google Shape;878;p52"/>
            <p:cNvGrpSpPr/>
            <p:nvPr/>
          </p:nvGrpSpPr>
          <p:grpSpPr>
            <a:xfrm>
              <a:off x="1009180" y="733662"/>
              <a:ext cx="136800" cy="175987"/>
              <a:chOff x="975855" y="1419225"/>
              <a:chExt cx="136800" cy="175987"/>
            </a:xfrm>
          </p:grpSpPr>
          <p:sp>
            <p:nvSpPr>
              <p:cNvPr id="879" name="Google Shape;879;p52"/>
              <p:cNvSpPr/>
              <p:nvPr/>
            </p:nvSpPr>
            <p:spPr>
              <a:xfrm>
                <a:off x="995671" y="1419225"/>
                <a:ext cx="97213" cy="175987"/>
              </a:xfrm>
              <a:custGeom>
                <a:rect b="b" l="l" r="r" t="t"/>
                <a:pathLst>
                  <a:path extrusionOk="0" h="3961" w="2188">
                    <a:moveTo>
                      <a:pt x="0" y="1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52"/>
              <p:cNvSpPr/>
              <p:nvPr/>
            </p:nvSpPr>
            <p:spPr>
              <a:xfrm>
                <a:off x="975855" y="1460545"/>
                <a:ext cx="136800" cy="81618"/>
              </a:xfrm>
              <a:custGeom>
                <a:rect b="b" l="l" r="r" t="t"/>
                <a:pathLst>
                  <a:path extrusionOk="0" h="1837" w="3079">
                    <a:moveTo>
                      <a:pt x="1540" y="1"/>
                    </a:moveTo>
                    <a:lnTo>
                      <a:pt x="1" y="1836"/>
                    </a:lnTo>
                    <a:lnTo>
                      <a:pt x="3079" y="1836"/>
                    </a:lnTo>
                    <a:lnTo>
                      <a:pt x="15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1" name="Google Shape;881;p52"/>
            <p:cNvGrpSpPr/>
            <p:nvPr/>
          </p:nvGrpSpPr>
          <p:grpSpPr>
            <a:xfrm>
              <a:off x="2102522" y="3241113"/>
              <a:ext cx="136844" cy="175987"/>
              <a:chOff x="1773897" y="3022038"/>
              <a:chExt cx="136844" cy="175987"/>
            </a:xfrm>
          </p:grpSpPr>
          <p:sp>
            <p:nvSpPr>
              <p:cNvPr id="882" name="Google Shape;882;p52"/>
              <p:cNvSpPr/>
              <p:nvPr/>
            </p:nvSpPr>
            <p:spPr>
              <a:xfrm>
                <a:off x="1793713" y="3022038"/>
                <a:ext cx="97257" cy="175987"/>
              </a:xfrm>
              <a:custGeom>
                <a:rect b="b" l="l" r="r" t="t"/>
                <a:pathLst>
                  <a:path extrusionOk="0" h="3961" w="2189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52"/>
              <p:cNvSpPr/>
              <p:nvPr/>
            </p:nvSpPr>
            <p:spPr>
              <a:xfrm>
                <a:off x="1773897" y="3075132"/>
                <a:ext cx="136844" cy="81573"/>
              </a:xfrm>
              <a:custGeom>
                <a:rect b="b" l="l" r="r" t="t"/>
                <a:pathLst>
                  <a:path extrusionOk="0" h="1836" w="3080">
                    <a:moveTo>
                      <a:pt x="1" y="0"/>
                    </a:moveTo>
                    <a:lnTo>
                      <a:pt x="1541" y="1835"/>
                    </a:lnTo>
                    <a:lnTo>
                      <a:pt x="30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4" name="Google Shape;884;p52"/>
            <p:cNvGrpSpPr/>
            <p:nvPr/>
          </p:nvGrpSpPr>
          <p:grpSpPr>
            <a:xfrm>
              <a:off x="913822" y="2760610"/>
              <a:ext cx="136800" cy="175987"/>
              <a:chOff x="851897" y="2593910"/>
              <a:chExt cx="136800" cy="175987"/>
            </a:xfrm>
          </p:grpSpPr>
          <p:sp>
            <p:nvSpPr>
              <p:cNvPr id="885" name="Google Shape;885;p52"/>
              <p:cNvSpPr/>
              <p:nvPr/>
            </p:nvSpPr>
            <p:spPr>
              <a:xfrm>
                <a:off x="871713" y="2593910"/>
                <a:ext cx="97213" cy="175987"/>
              </a:xfrm>
              <a:custGeom>
                <a:rect b="b" l="l" r="r" t="t"/>
                <a:pathLst>
                  <a:path extrusionOk="0" h="3961" w="2188">
                    <a:moveTo>
                      <a:pt x="0" y="0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52"/>
              <p:cNvSpPr/>
              <p:nvPr/>
            </p:nvSpPr>
            <p:spPr>
              <a:xfrm>
                <a:off x="851897" y="2647049"/>
                <a:ext cx="136800" cy="81529"/>
              </a:xfrm>
              <a:custGeom>
                <a:rect b="b" l="l" r="r" t="t"/>
                <a:pathLst>
                  <a:path extrusionOk="0" h="1835" w="3079">
                    <a:moveTo>
                      <a:pt x="1" y="0"/>
                    </a:moveTo>
                    <a:lnTo>
                      <a:pt x="1540" y="1834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87" name="Google Shape;887;p52"/>
          <p:cNvGrpSpPr/>
          <p:nvPr/>
        </p:nvGrpSpPr>
        <p:grpSpPr>
          <a:xfrm>
            <a:off x="6755303" y="991697"/>
            <a:ext cx="1548193" cy="2344556"/>
            <a:chOff x="874813" y="1108300"/>
            <a:chExt cx="1488647" cy="2254381"/>
          </a:xfrm>
        </p:grpSpPr>
        <p:sp>
          <p:nvSpPr>
            <p:cNvPr id="888" name="Google Shape;888;p52"/>
            <p:cNvSpPr/>
            <p:nvPr/>
          </p:nvSpPr>
          <p:spPr>
            <a:xfrm>
              <a:off x="1297461" y="2636239"/>
              <a:ext cx="644809" cy="563115"/>
            </a:xfrm>
            <a:custGeom>
              <a:rect b="b" l="l" r="r" t="t"/>
              <a:pathLst>
                <a:path extrusionOk="0" h="12497" w="14310">
                  <a:moveTo>
                    <a:pt x="1" y="0"/>
                  </a:moveTo>
                  <a:lnTo>
                    <a:pt x="1" y="12496"/>
                  </a:lnTo>
                  <a:lnTo>
                    <a:pt x="14310" y="12496"/>
                  </a:lnTo>
                  <a:lnTo>
                    <a:pt x="14310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52"/>
            <p:cNvSpPr/>
            <p:nvPr/>
          </p:nvSpPr>
          <p:spPr>
            <a:xfrm>
              <a:off x="1297461" y="3199338"/>
              <a:ext cx="644809" cy="163342"/>
            </a:xfrm>
            <a:custGeom>
              <a:rect b="b" l="l" r="r" t="t"/>
              <a:pathLst>
                <a:path extrusionOk="0" h="3625" w="14310">
                  <a:moveTo>
                    <a:pt x="1" y="1"/>
                  </a:moveTo>
                  <a:lnTo>
                    <a:pt x="2840" y="3624"/>
                  </a:lnTo>
                  <a:lnTo>
                    <a:pt x="11471" y="3624"/>
                  </a:lnTo>
                  <a:lnTo>
                    <a:pt x="14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52"/>
            <p:cNvSpPr/>
            <p:nvPr/>
          </p:nvSpPr>
          <p:spPr>
            <a:xfrm>
              <a:off x="874813" y="1108300"/>
              <a:ext cx="1488647" cy="1698266"/>
            </a:xfrm>
            <a:custGeom>
              <a:rect b="b" l="l" r="r" t="t"/>
              <a:pathLst>
                <a:path extrusionOk="0" h="37689" w="33037">
                  <a:moveTo>
                    <a:pt x="16539" y="0"/>
                  </a:moveTo>
                  <a:cubicBezTo>
                    <a:pt x="7530" y="0"/>
                    <a:pt x="108" y="7329"/>
                    <a:pt x="36" y="16364"/>
                  </a:cubicBezTo>
                  <a:cubicBezTo>
                    <a:pt x="0" y="20651"/>
                    <a:pt x="1601" y="24564"/>
                    <a:pt x="4251" y="27517"/>
                  </a:cubicBezTo>
                  <a:cubicBezTo>
                    <a:pt x="5795" y="29238"/>
                    <a:pt x="6617" y="31488"/>
                    <a:pt x="6617" y="33799"/>
                  </a:cubicBezTo>
                  <a:lnTo>
                    <a:pt x="6617" y="35435"/>
                  </a:lnTo>
                  <a:cubicBezTo>
                    <a:pt x="6617" y="36679"/>
                    <a:pt x="7627" y="37689"/>
                    <a:pt x="8871" y="37689"/>
                  </a:cubicBezTo>
                  <a:lnTo>
                    <a:pt x="24200" y="37689"/>
                  </a:lnTo>
                  <a:cubicBezTo>
                    <a:pt x="25444" y="37689"/>
                    <a:pt x="26453" y="36679"/>
                    <a:pt x="26453" y="35435"/>
                  </a:cubicBezTo>
                  <a:lnTo>
                    <a:pt x="26453" y="33764"/>
                  </a:lnTo>
                  <a:cubicBezTo>
                    <a:pt x="26453" y="31451"/>
                    <a:pt x="27301" y="29217"/>
                    <a:pt x="28842" y="27493"/>
                  </a:cubicBezTo>
                  <a:cubicBezTo>
                    <a:pt x="31451" y="24575"/>
                    <a:pt x="33036" y="20724"/>
                    <a:pt x="33036" y="16501"/>
                  </a:cubicBezTo>
                  <a:cubicBezTo>
                    <a:pt x="33036" y="7461"/>
                    <a:pt x="25768" y="119"/>
                    <a:pt x="16756" y="2"/>
                  </a:cubicBezTo>
                  <a:cubicBezTo>
                    <a:pt x="16684" y="1"/>
                    <a:pt x="16612" y="0"/>
                    <a:pt x="165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52"/>
            <p:cNvSpPr/>
            <p:nvPr/>
          </p:nvSpPr>
          <p:spPr>
            <a:xfrm>
              <a:off x="1324857" y="2095671"/>
              <a:ext cx="295053" cy="710867"/>
            </a:xfrm>
            <a:custGeom>
              <a:rect b="b" l="l" r="r" t="t"/>
              <a:pathLst>
                <a:path extrusionOk="0" fill="none" h="15776" w="6548">
                  <a:moveTo>
                    <a:pt x="4251" y="15776"/>
                  </a:moveTo>
                  <a:lnTo>
                    <a:pt x="4251" y="2126"/>
                  </a:lnTo>
                  <a:cubicBezTo>
                    <a:pt x="4251" y="952"/>
                    <a:pt x="3300" y="1"/>
                    <a:pt x="2126" y="1"/>
                  </a:cubicBezTo>
                  <a:lnTo>
                    <a:pt x="2126" y="1"/>
                  </a:lnTo>
                  <a:cubicBezTo>
                    <a:pt x="953" y="1"/>
                    <a:pt x="0" y="952"/>
                    <a:pt x="0" y="2126"/>
                  </a:cubicBezTo>
                  <a:lnTo>
                    <a:pt x="0" y="2126"/>
                  </a:lnTo>
                  <a:cubicBezTo>
                    <a:pt x="0" y="3299"/>
                    <a:pt x="953" y="4252"/>
                    <a:pt x="2126" y="4252"/>
                  </a:cubicBezTo>
                  <a:lnTo>
                    <a:pt x="6547" y="4252"/>
                  </a:ln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52"/>
            <p:cNvSpPr/>
            <p:nvPr/>
          </p:nvSpPr>
          <p:spPr>
            <a:xfrm>
              <a:off x="1619854" y="2095671"/>
              <a:ext cx="295053" cy="710867"/>
            </a:xfrm>
            <a:custGeom>
              <a:rect b="b" l="l" r="r" t="t"/>
              <a:pathLst>
                <a:path extrusionOk="0" fill="none" h="15776" w="6548">
                  <a:moveTo>
                    <a:pt x="2296" y="15776"/>
                  </a:moveTo>
                  <a:lnTo>
                    <a:pt x="2296" y="2126"/>
                  </a:lnTo>
                  <a:cubicBezTo>
                    <a:pt x="2296" y="952"/>
                    <a:pt x="3248" y="1"/>
                    <a:pt x="4423" y="1"/>
                  </a:cubicBezTo>
                  <a:lnTo>
                    <a:pt x="4423" y="1"/>
                  </a:lnTo>
                  <a:cubicBezTo>
                    <a:pt x="5596" y="1"/>
                    <a:pt x="6548" y="952"/>
                    <a:pt x="6548" y="2126"/>
                  </a:cubicBezTo>
                  <a:lnTo>
                    <a:pt x="6548" y="2126"/>
                  </a:lnTo>
                  <a:cubicBezTo>
                    <a:pt x="6548" y="3299"/>
                    <a:pt x="5596" y="4252"/>
                    <a:pt x="4423" y="4252"/>
                  </a:cubicBezTo>
                  <a:lnTo>
                    <a:pt x="0" y="4252"/>
                  </a:ln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3" name="Google Shape;893;p52"/>
          <p:cNvGrpSpPr/>
          <p:nvPr/>
        </p:nvGrpSpPr>
        <p:grpSpPr>
          <a:xfrm rot="10800000">
            <a:off x="365303" y="74599"/>
            <a:ext cx="753870" cy="1800196"/>
            <a:chOff x="5088650" y="245050"/>
            <a:chExt cx="1046025" cy="2497844"/>
          </a:xfrm>
        </p:grpSpPr>
        <p:sp>
          <p:nvSpPr>
            <p:cNvPr id="894" name="Google Shape;894;p52"/>
            <p:cNvSpPr/>
            <p:nvPr/>
          </p:nvSpPr>
          <p:spPr>
            <a:xfrm>
              <a:off x="5547342" y="1157910"/>
              <a:ext cx="128662" cy="1584984"/>
            </a:xfrm>
            <a:custGeom>
              <a:rect b="b" l="l" r="r" t="t"/>
              <a:pathLst>
                <a:path extrusionOk="0" h="18637" w="5147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52"/>
            <p:cNvSpPr/>
            <p:nvPr/>
          </p:nvSpPr>
          <p:spPr>
            <a:xfrm>
              <a:off x="5425725" y="1130250"/>
              <a:ext cx="371850" cy="829500"/>
            </a:xfrm>
            <a:custGeom>
              <a:rect b="b" l="l" r="r" t="t"/>
              <a:pathLst>
                <a:path extrusionOk="0" h="33180" w="14874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52"/>
            <p:cNvSpPr/>
            <p:nvPr/>
          </p:nvSpPr>
          <p:spPr>
            <a:xfrm>
              <a:off x="532515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2"/>
            <p:cNvSpPr/>
            <p:nvPr/>
          </p:nvSpPr>
          <p:spPr>
            <a:xfrm>
              <a:off x="569700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52"/>
            <p:cNvSpPr/>
            <p:nvPr/>
          </p:nvSpPr>
          <p:spPr>
            <a:xfrm>
              <a:off x="5088650" y="767125"/>
              <a:ext cx="1046025" cy="726250"/>
            </a:xfrm>
            <a:custGeom>
              <a:rect b="b" l="l" r="r" t="t"/>
              <a:pathLst>
                <a:path extrusionOk="0" h="29050" w="41841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52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rect b="b" l="l" r="r" t="t"/>
              <a:pathLst>
                <a:path extrusionOk="0" h="12396" w="8494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0" name="Google Shape;900;p52"/>
          <p:cNvSpPr txBox="1"/>
          <p:nvPr/>
        </p:nvSpPr>
        <p:spPr>
          <a:xfrm>
            <a:off x="1054125" y="74600"/>
            <a:ext cx="47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Quốc Hưng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" name="Google Shape;90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475" y="273163"/>
            <a:ext cx="5363949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53"/>
          <p:cNvSpPr txBox="1"/>
          <p:nvPr/>
        </p:nvSpPr>
        <p:spPr>
          <a:xfrm>
            <a:off x="5571175" y="346775"/>
            <a:ext cx="30000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Input: 4-bit Binary Coded Decimal (BCD) - values 0000 to 1001 (0 to 9).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Output: 7 control signals for segments ‘a’ to ‘g’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Each binary input combination activates a specific pattern of segments to show a digit.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7" name="Google Shape;907;p53"/>
          <p:cNvSpPr txBox="1"/>
          <p:nvPr/>
        </p:nvSpPr>
        <p:spPr>
          <a:xfrm>
            <a:off x="150275" y="44037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Quốc Hưng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2" name="Google Shape;91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25" y="224550"/>
            <a:ext cx="5975875" cy="4175075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54"/>
          <p:cNvSpPr txBox="1"/>
          <p:nvPr/>
        </p:nvSpPr>
        <p:spPr>
          <a:xfrm>
            <a:off x="57800" y="44500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Quốc Hưng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8" name="Google Shape;91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8500" y="273475"/>
            <a:ext cx="4714000" cy="3872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55"/>
          <p:cNvSpPr txBox="1"/>
          <p:nvPr/>
        </p:nvSpPr>
        <p:spPr>
          <a:xfrm>
            <a:off x="6068175" y="4403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Quốc Hưng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6"/>
          <p:cNvSpPr/>
          <p:nvPr/>
        </p:nvSpPr>
        <p:spPr>
          <a:xfrm>
            <a:off x="0" y="-4725"/>
            <a:ext cx="3229200" cy="3600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5" name="Google Shape;925;p56"/>
          <p:cNvGrpSpPr/>
          <p:nvPr/>
        </p:nvGrpSpPr>
        <p:grpSpPr>
          <a:xfrm>
            <a:off x="587051" y="-4725"/>
            <a:ext cx="2055103" cy="3600596"/>
            <a:chOff x="715100" y="0"/>
            <a:chExt cx="2055103" cy="3600596"/>
          </a:xfrm>
        </p:grpSpPr>
        <p:sp>
          <p:nvSpPr>
            <p:cNvPr id="926" name="Google Shape;926;p56"/>
            <p:cNvSpPr/>
            <p:nvPr/>
          </p:nvSpPr>
          <p:spPr>
            <a:xfrm>
              <a:off x="715100" y="0"/>
              <a:ext cx="2055103" cy="2104151"/>
            </a:xfrm>
            <a:custGeom>
              <a:rect b="b" l="l" r="r" t="t"/>
              <a:pathLst>
                <a:path extrusionOk="0" h="51566" w="50364">
                  <a:moveTo>
                    <a:pt x="1" y="1"/>
                  </a:moveTo>
                  <a:lnTo>
                    <a:pt x="25182" y="51566"/>
                  </a:lnTo>
                  <a:lnTo>
                    <a:pt x="503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56"/>
            <p:cNvSpPr/>
            <p:nvPr/>
          </p:nvSpPr>
          <p:spPr>
            <a:xfrm>
              <a:off x="715100" y="1496445"/>
              <a:ext cx="2055103" cy="2104151"/>
            </a:xfrm>
            <a:custGeom>
              <a:rect b="b" l="l" r="r" t="t"/>
              <a:pathLst>
                <a:path extrusionOk="0" h="51566" w="50364">
                  <a:moveTo>
                    <a:pt x="25182" y="1"/>
                  </a:moveTo>
                  <a:lnTo>
                    <a:pt x="1" y="51565"/>
                  </a:lnTo>
                  <a:lnTo>
                    <a:pt x="50364" y="51565"/>
                  </a:lnTo>
                  <a:lnTo>
                    <a:pt x="251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8" name="Google Shape;928;p56"/>
          <p:cNvSpPr/>
          <p:nvPr/>
        </p:nvSpPr>
        <p:spPr>
          <a:xfrm>
            <a:off x="0" y="3595725"/>
            <a:ext cx="3229200" cy="1552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9" name="Google Shape;929;p56"/>
          <p:cNvGrpSpPr/>
          <p:nvPr/>
        </p:nvGrpSpPr>
        <p:grpSpPr>
          <a:xfrm flipH="1">
            <a:off x="365293" y="3810001"/>
            <a:ext cx="2498613" cy="1123948"/>
            <a:chOff x="6237531" y="3846675"/>
            <a:chExt cx="2498613" cy="1123948"/>
          </a:xfrm>
        </p:grpSpPr>
        <p:sp>
          <p:nvSpPr>
            <p:cNvPr id="930" name="Google Shape;930;p56"/>
            <p:cNvSpPr/>
            <p:nvPr/>
          </p:nvSpPr>
          <p:spPr>
            <a:xfrm>
              <a:off x="6237531" y="3846675"/>
              <a:ext cx="1493171" cy="147392"/>
            </a:xfrm>
            <a:custGeom>
              <a:rect b="b" l="l" r="r" t="t"/>
              <a:pathLst>
                <a:path extrusionOk="0" h="2450" w="2482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3595" y="2449"/>
                  </a:lnTo>
                  <a:cubicBezTo>
                    <a:pt x="24274" y="2449"/>
                    <a:pt x="24820" y="1903"/>
                    <a:pt x="24820" y="1225"/>
                  </a:cubicBezTo>
                  <a:cubicBezTo>
                    <a:pt x="24820" y="546"/>
                    <a:pt x="24274" y="0"/>
                    <a:pt x="23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56"/>
            <p:cNvSpPr/>
            <p:nvPr/>
          </p:nvSpPr>
          <p:spPr>
            <a:xfrm>
              <a:off x="7821111" y="3846675"/>
              <a:ext cx="915034" cy="147392"/>
            </a:xfrm>
            <a:custGeom>
              <a:rect b="b" l="l" r="r" t="t"/>
              <a:pathLst>
                <a:path extrusionOk="0" h="2450" w="15210">
                  <a:moveTo>
                    <a:pt x="1225" y="0"/>
                  </a:moveTo>
                  <a:cubicBezTo>
                    <a:pt x="546" y="0"/>
                    <a:pt x="0" y="546"/>
                    <a:pt x="0" y="1225"/>
                  </a:cubicBezTo>
                  <a:cubicBezTo>
                    <a:pt x="0" y="1903"/>
                    <a:pt x="546" y="2449"/>
                    <a:pt x="1225" y="2449"/>
                  </a:cubicBezTo>
                  <a:lnTo>
                    <a:pt x="13985" y="2449"/>
                  </a:lnTo>
                  <a:cubicBezTo>
                    <a:pt x="14663" y="2449"/>
                    <a:pt x="15210" y="1903"/>
                    <a:pt x="15210" y="1225"/>
                  </a:cubicBezTo>
                  <a:cubicBezTo>
                    <a:pt x="15210" y="546"/>
                    <a:pt x="14663" y="0"/>
                    <a:pt x="13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56"/>
            <p:cNvSpPr/>
            <p:nvPr/>
          </p:nvSpPr>
          <p:spPr>
            <a:xfrm>
              <a:off x="6237531" y="4090874"/>
              <a:ext cx="776485" cy="147332"/>
            </a:xfrm>
            <a:custGeom>
              <a:rect b="b" l="l" r="r" t="t"/>
              <a:pathLst>
                <a:path extrusionOk="0" h="2449" w="12907">
                  <a:moveTo>
                    <a:pt x="1226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6" y="2448"/>
                  </a:cubicBezTo>
                  <a:lnTo>
                    <a:pt x="11682" y="2448"/>
                  </a:lnTo>
                  <a:cubicBezTo>
                    <a:pt x="12361" y="2448"/>
                    <a:pt x="12907" y="1902"/>
                    <a:pt x="12907" y="1224"/>
                  </a:cubicBezTo>
                  <a:cubicBezTo>
                    <a:pt x="12907" y="545"/>
                    <a:pt x="12361" y="0"/>
                    <a:pt x="11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56"/>
            <p:cNvSpPr/>
            <p:nvPr/>
          </p:nvSpPr>
          <p:spPr>
            <a:xfrm>
              <a:off x="7104283" y="4090874"/>
              <a:ext cx="1631780" cy="147332"/>
            </a:xfrm>
            <a:custGeom>
              <a:rect b="b" l="l" r="r" t="t"/>
              <a:pathLst>
                <a:path extrusionOk="0" h="2449" w="27124">
                  <a:moveTo>
                    <a:pt x="1225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5" y="2448"/>
                  </a:cubicBezTo>
                  <a:lnTo>
                    <a:pt x="25899" y="2448"/>
                  </a:lnTo>
                  <a:cubicBezTo>
                    <a:pt x="26578" y="2448"/>
                    <a:pt x="27124" y="1902"/>
                    <a:pt x="27124" y="1224"/>
                  </a:cubicBezTo>
                  <a:cubicBezTo>
                    <a:pt x="27124" y="545"/>
                    <a:pt x="26578" y="0"/>
                    <a:pt x="2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56"/>
            <p:cNvSpPr/>
            <p:nvPr/>
          </p:nvSpPr>
          <p:spPr>
            <a:xfrm>
              <a:off x="6237531" y="4334953"/>
              <a:ext cx="1296689" cy="147392"/>
            </a:xfrm>
            <a:custGeom>
              <a:rect b="b" l="l" r="r" t="t"/>
              <a:pathLst>
                <a:path extrusionOk="0" h="2450" w="21554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0329" y="2449"/>
                  </a:lnTo>
                  <a:cubicBezTo>
                    <a:pt x="21007" y="2449"/>
                    <a:pt x="21554" y="1903"/>
                    <a:pt x="21554" y="1225"/>
                  </a:cubicBezTo>
                  <a:cubicBezTo>
                    <a:pt x="21554" y="546"/>
                    <a:pt x="21007" y="0"/>
                    <a:pt x="20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56"/>
            <p:cNvSpPr/>
            <p:nvPr/>
          </p:nvSpPr>
          <p:spPr>
            <a:xfrm>
              <a:off x="7624502" y="4334953"/>
              <a:ext cx="1111636" cy="147392"/>
            </a:xfrm>
            <a:custGeom>
              <a:rect b="b" l="l" r="r" t="t"/>
              <a:pathLst>
                <a:path extrusionOk="0" h="2450" w="18478">
                  <a:moveTo>
                    <a:pt x="1225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5" y="2449"/>
                  </a:cubicBezTo>
                  <a:lnTo>
                    <a:pt x="17253" y="2449"/>
                  </a:lnTo>
                  <a:cubicBezTo>
                    <a:pt x="17931" y="2449"/>
                    <a:pt x="18478" y="1903"/>
                    <a:pt x="18478" y="1225"/>
                  </a:cubicBezTo>
                  <a:cubicBezTo>
                    <a:pt x="18478" y="546"/>
                    <a:pt x="17931" y="0"/>
                    <a:pt x="17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56"/>
            <p:cNvSpPr/>
            <p:nvPr/>
          </p:nvSpPr>
          <p:spPr>
            <a:xfrm>
              <a:off x="6237531" y="4579092"/>
              <a:ext cx="1825916" cy="147392"/>
            </a:xfrm>
            <a:custGeom>
              <a:rect b="b" l="l" r="r" t="t"/>
              <a:pathLst>
                <a:path extrusionOk="0" h="2450" w="30351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9126" y="2449"/>
                  </a:lnTo>
                  <a:cubicBezTo>
                    <a:pt x="29804" y="2449"/>
                    <a:pt x="30350" y="1903"/>
                    <a:pt x="30350" y="1225"/>
                  </a:cubicBezTo>
                  <a:cubicBezTo>
                    <a:pt x="30350" y="546"/>
                    <a:pt x="29804" y="0"/>
                    <a:pt x="29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56"/>
            <p:cNvSpPr/>
            <p:nvPr/>
          </p:nvSpPr>
          <p:spPr>
            <a:xfrm>
              <a:off x="8153746" y="4579092"/>
              <a:ext cx="582349" cy="147392"/>
            </a:xfrm>
            <a:custGeom>
              <a:rect b="b" l="l" r="r" t="t"/>
              <a:pathLst>
                <a:path extrusionOk="0" h="2450" w="9680">
                  <a:moveTo>
                    <a:pt x="1225" y="0"/>
                  </a:moveTo>
                  <a:cubicBezTo>
                    <a:pt x="547" y="0"/>
                    <a:pt x="0" y="546"/>
                    <a:pt x="0" y="1225"/>
                  </a:cubicBezTo>
                  <a:cubicBezTo>
                    <a:pt x="0" y="1903"/>
                    <a:pt x="547" y="2449"/>
                    <a:pt x="1225" y="2449"/>
                  </a:cubicBezTo>
                  <a:lnTo>
                    <a:pt x="8455" y="2449"/>
                  </a:lnTo>
                  <a:cubicBezTo>
                    <a:pt x="9134" y="2449"/>
                    <a:pt x="9680" y="1903"/>
                    <a:pt x="9680" y="1225"/>
                  </a:cubicBezTo>
                  <a:cubicBezTo>
                    <a:pt x="9680" y="546"/>
                    <a:pt x="9134" y="0"/>
                    <a:pt x="8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56"/>
            <p:cNvSpPr/>
            <p:nvPr/>
          </p:nvSpPr>
          <p:spPr>
            <a:xfrm>
              <a:off x="6237531" y="4823231"/>
              <a:ext cx="940481" cy="147392"/>
            </a:xfrm>
            <a:custGeom>
              <a:rect b="b" l="l" r="r" t="t"/>
              <a:pathLst>
                <a:path extrusionOk="0" h="2450" w="15633">
                  <a:moveTo>
                    <a:pt x="1226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6" y="2450"/>
                  </a:cubicBezTo>
                  <a:lnTo>
                    <a:pt x="14408" y="2450"/>
                  </a:lnTo>
                  <a:cubicBezTo>
                    <a:pt x="15086" y="2450"/>
                    <a:pt x="15632" y="1903"/>
                    <a:pt x="15632" y="1225"/>
                  </a:cubicBezTo>
                  <a:cubicBezTo>
                    <a:pt x="15632" y="547"/>
                    <a:pt x="15086" y="0"/>
                    <a:pt x="14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56"/>
            <p:cNvSpPr/>
            <p:nvPr/>
          </p:nvSpPr>
          <p:spPr>
            <a:xfrm>
              <a:off x="7268344" y="4823231"/>
              <a:ext cx="1467784" cy="147392"/>
            </a:xfrm>
            <a:custGeom>
              <a:rect b="b" l="l" r="r" t="t"/>
              <a:pathLst>
                <a:path extrusionOk="0" h="2450" w="24398">
                  <a:moveTo>
                    <a:pt x="1225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5" y="2450"/>
                  </a:cubicBezTo>
                  <a:lnTo>
                    <a:pt x="23173" y="2450"/>
                  </a:lnTo>
                  <a:cubicBezTo>
                    <a:pt x="23851" y="2450"/>
                    <a:pt x="24398" y="1903"/>
                    <a:pt x="24398" y="1225"/>
                  </a:cubicBezTo>
                  <a:cubicBezTo>
                    <a:pt x="24398" y="547"/>
                    <a:pt x="23851" y="0"/>
                    <a:pt x="23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0" name="Google Shape;940;p56"/>
          <p:cNvGrpSpPr/>
          <p:nvPr/>
        </p:nvGrpSpPr>
        <p:grpSpPr>
          <a:xfrm>
            <a:off x="838451" y="522313"/>
            <a:ext cx="1552263" cy="2546518"/>
            <a:chOff x="966500" y="527038"/>
            <a:chExt cx="1552263" cy="2546518"/>
          </a:xfrm>
        </p:grpSpPr>
        <p:sp>
          <p:nvSpPr>
            <p:cNvPr id="941" name="Google Shape;941;p56"/>
            <p:cNvSpPr/>
            <p:nvPr/>
          </p:nvSpPr>
          <p:spPr>
            <a:xfrm>
              <a:off x="977844" y="539974"/>
              <a:ext cx="1529616" cy="2520647"/>
            </a:xfrm>
            <a:custGeom>
              <a:rect b="b" l="l" r="r" t="t"/>
              <a:pathLst>
                <a:path extrusionOk="0" h="61773" w="37486">
                  <a:moveTo>
                    <a:pt x="18743" y="1"/>
                  </a:moveTo>
                  <a:lnTo>
                    <a:pt x="18608" y="75"/>
                  </a:lnTo>
                  <a:cubicBezTo>
                    <a:pt x="13054" y="3146"/>
                    <a:pt x="8394" y="7562"/>
                    <a:pt x="5134" y="12847"/>
                  </a:cubicBezTo>
                  <a:cubicBezTo>
                    <a:pt x="3483" y="15523"/>
                    <a:pt x="2209" y="18394"/>
                    <a:pt x="1344" y="21380"/>
                  </a:cubicBezTo>
                  <a:cubicBezTo>
                    <a:pt x="452" y="24461"/>
                    <a:pt x="0" y="27660"/>
                    <a:pt x="0" y="30886"/>
                  </a:cubicBezTo>
                  <a:cubicBezTo>
                    <a:pt x="0" y="34114"/>
                    <a:pt x="452" y="37312"/>
                    <a:pt x="1344" y="40393"/>
                  </a:cubicBezTo>
                  <a:cubicBezTo>
                    <a:pt x="2209" y="43379"/>
                    <a:pt x="3484" y="46250"/>
                    <a:pt x="5134" y="48927"/>
                  </a:cubicBezTo>
                  <a:cubicBezTo>
                    <a:pt x="8394" y="54211"/>
                    <a:pt x="13054" y="58628"/>
                    <a:pt x="18608" y="61699"/>
                  </a:cubicBezTo>
                  <a:lnTo>
                    <a:pt x="18743" y="61773"/>
                  </a:lnTo>
                  <a:lnTo>
                    <a:pt x="18877" y="61699"/>
                  </a:lnTo>
                  <a:cubicBezTo>
                    <a:pt x="24432" y="58628"/>
                    <a:pt x="29092" y="54211"/>
                    <a:pt x="32351" y="48927"/>
                  </a:cubicBezTo>
                  <a:cubicBezTo>
                    <a:pt x="34002" y="46250"/>
                    <a:pt x="35277" y="43379"/>
                    <a:pt x="36142" y="40393"/>
                  </a:cubicBezTo>
                  <a:cubicBezTo>
                    <a:pt x="37033" y="37312"/>
                    <a:pt x="37485" y="34114"/>
                    <a:pt x="37485" y="30886"/>
                  </a:cubicBezTo>
                  <a:cubicBezTo>
                    <a:pt x="37485" y="27660"/>
                    <a:pt x="37033" y="24461"/>
                    <a:pt x="36142" y="21380"/>
                  </a:cubicBezTo>
                  <a:cubicBezTo>
                    <a:pt x="35277" y="18394"/>
                    <a:pt x="34002" y="15523"/>
                    <a:pt x="32351" y="12847"/>
                  </a:cubicBezTo>
                  <a:cubicBezTo>
                    <a:pt x="29092" y="7562"/>
                    <a:pt x="24432" y="3146"/>
                    <a:pt x="18877" y="75"/>
                  </a:cubicBezTo>
                  <a:lnTo>
                    <a:pt x="187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56"/>
            <p:cNvSpPr/>
            <p:nvPr/>
          </p:nvSpPr>
          <p:spPr>
            <a:xfrm>
              <a:off x="966500" y="527038"/>
              <a:ext cx="1552263" cy="2546518"/>
            </a:xfrm>
            <a:custGeom>
              <a:rect b="b" l="l" r="r" t="t"/>
              <a:pathLst>
                <a:path extrusionOk="0" h="62407" w="38041">
                  <a:moveTo>
                    <a:pt x="19021" y="634"/>
                  </a:moveTo>
                  <a:cubicBezTo>
                    <a:pt x="30059" y="6736"/>
                    <a:pt x="37486" y="18141"/>
                    <a:pt x="37486" y="31203"/>
                  </a:cubicBezTo>
                  <a:cubicBezTo>
                    <a:pt x="37486" y="44266"/>
                    <a:pt x="30059" y="55670"/>
                    <a:pt x="19021" y="61772"/>
                  </a:cubicBezTo>
                  <a:cubicBezTo>
                    <a:pt x="7983" y="55670"/>
                    <a:pt x="556" y="44266"/>
                    <a:pt x="556" y="31203"/>
                  </a:cubicBezTo>
                  <a:cubicBezTo>
                    <a:pt x="556" y="18141"/>
                    <a:pt x="7983" y="6738"/>
                    <a:pt x="19021" y="634"/>
                  </a:cubicBezTo>
                  <a:close/>
                  <a:moveTo>
                    <a:pt x="19021" y="0"/>
                  </a:moveTo>
                  <a:lnTo>
                    <a:pt x="18752" y="149"/>
                  </a:lnTo>
                  <a:cubicBezTo>
                    <a:pt x="15965" y="1690"/>
                    <a:pt x="13390" y="3573"/>
                    <a:pt x="11097" y="5746"/>
                  </a:cubicBezTo>
                  <a:cubicBezTo>
                    <a:pt x="8804" y="7919"/>
                    <a:pt x="6812" y="10365"/>
                    <a:pt x="5177" y="13017"/>
                  </a:cubicBezTo>
                  <a:cubicBezTo>
                    <a:pt x="3513" y="15715"/>
                    <a:pt x="2227" y="18610"/>
                    <a:pt x="1355" y="21621"/>
                  </a:cubicBezTo>
                  <a:cubicBezTo>
                    <a:pt x="456" y="24726"/>
                    <a:pt x="1" y="27950"/>
                    <a:pt x="1" y="31203"/>
                  </a:cubicBezTo>
                  <a:cubicBezTo>
                    <a:pt x="1" y="34457"/>
                    <a:pt x="456" y="37681"/>
                    <a:pt x="1355" y="40787"/>
                  </a:cubicBezTo>
                  <a:cubicBezTo>
                    <a:pt x="2227" y="43797"/>
                    <a:pt x="3513" y="46692"/>
                    <a:pt x="5177" y="49390"/>
                  </a:cubicBezTo>
                  <a:cubicBezTo>
                    <a:pt x="6812" y="52042"/>
                    <a:pt x="8804" y="54488"/>
                    <a:pt x="11097" y="56662"/>
                  </a:cubicBezTo>
                  <a:cubicBezTo>
                    <a:pt x="13390" y="58835"/>
                    <a:pt x="15965" y="60718"/>
                    <a:pt x="18752" y="62258"/>
                  </a:cubicBezTo>
                  <a:lnTo>
                    <a:pt x="19021" y="62406"/>
                  </a:lnTo>
                  <a:lnTo>
                    <a:pt x="19290" y="62258"/>
                  </a:lnTo>
                  <a:cubicBezTo>
                    <a:pt x="22077" y="60718"/>
                    <a:pt x="24652" y="58835"/>
                    <a:pt x="26945" y="56662"/>
                  </a:cubicBezTo>
                  <a:cubicBezTo>
                    <a:pt x="29238" y="54488"/>
                    <a:pt x="31229" y="52042"/>
                    <a:pt x="32866" y="49390"/>
                  </a:cubicBezTo>
                  <a:cubicBezTo>
                    <a:pt x="34529" y="46692"/>
                    <a:pt x="35815" y="43797"/>
                    <a:pt x="36686" y="40787"/>
                  </a:cubicBezTo>
                  <a:cubicBezTo>
                    <a:pt x="37586" y="37681"/>
                    <a:pt x="38041" y="34457"/>
                    <a:pt x="38041" y="31203"/>
                  </a:cubicBezTo>
                  <a:cubicBezTo>
                    <a:pt x="38041" y="27950"/>
                    <a:pt x="37586" y="24726"/>
                    <a:pt x="36686" y="21621"/>
                  </a:cubicBezTo>
                  <a:cubicBezTo>
                    <a:pt x="35815" y="18610"/>
                    <a:pt x="34529" y="15715"/>
                    <a:pt x="32866" y="13017"/>
                  </a:cubicBezTo>
                  <a:cubicBezTo>
                    <a:pt x="31229" y="10365"/>
                    <a:pt x="29238" y="7919"/>
                    <a:pt x="26945" y="5746"/>
                  </a:cubicBezTo>
                  <a:cubicBezTo>
                    <a:pt x="24652" y="3573"/>
                    <a:pt x="22077" y="1690"/>
                    <a:pt x="19290" y="149"/>
                  </a:cubicBezTo>
                  <a:lnTo>
                    <a:pt x="190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56"/>
            <p:cNvSpPr/>
            <p:nvPr/>
          </p:nvSpPr>
          <p:spPr>
            <a:xfrm>
              <a:off x="1137800" y="1195467"/>
              <a:ext cx="1209664" cy="1209705"/>
            </a:xfrm>
            <a:custGeom>
              <a:rect b="b" l="l" r="r" t="t"/>
              <a:pathLst>
                <a:path extrusionOk="0" h="29646" w="29645">
                  <a:moveTo>
                    <a:pt x="14823" y="0"/>
                  </a:moveTo>
                  <a:cubicBezTo>
                    <a:pt x="10891" y="0"/>
                    <a:pt x="7122" y="1561"/>
                    <a:pt x="4342" y="4341"/>
                  </a:cubicBezTo>
                  <a:cubicBezTo>
                    <a:pt x="1562" y="7122"/>
                    <a:pt x="1" y="10891"/>
                    <a:pt x="1" y="14822"/>
                  </a:cubicBezTo>
                  <a:cubicBezTo>
                    <a:pt x="1" y="18754"/>
                    <a:pt x="1562" y="22524"/>
                    <a:pt x="4342" y="25303"/>
                  </a:cubicBezTo>
                  <a:cubicBezTo>
                    <a:pt x="7122" y="28083"/>
                    <a:pt x="10891" y="29646"/>
                    <a:pt x="14823" y="29646"/>
                  </a:cubicBezTo>
                  <a:cubicBezTo>
                    <a:pt x="18754" y="29646"/>
                    <a:pt x="22524" y="28083"/>
                    <a:pt x="25304" y="25303"/>
                  </a:cubicBezTo>
                  <a:cubicBezTo>
                    <a:pt x="28084" y="22524"/>
                    <a:pt x="29645" y="18754"/>
                    <a:pt x="29645" y="14822"/>
                  </a:cubicBezTo>
                  <a:cubicBezTo>
                    <a:pt x="29645" y="10891"/>
                    <a:pt x="28084" y="7122"/>
                    <a:pt x="25304" y="4341"/>
                  </a:cubicBezTo>
                  <a:cubicBezTo>
                    <a:pt x="22524" y="1561"/>
                    <a:pt x="18754" y="0"/>
                    <a:pt x="14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56"/>
            <p:cNvSpPr/>
            <p:nvPr/>
          </p:nvSpPr>
          <p:spPr>
            <a:xfrm>
              <a:off x="1324810" y="1382476"/>
              <a:ext cx="835646" cy="835646"/>
            </a:xfrm>
            <a:custGeom>
              <a:rect b="b" l="l" r="r" t="t"/>
              <a:pathLst>
                <a:path extrusionOk="0" h="20479" w="20479">
                  <a:moveTo>
                    <a:pt x="10240" y="1"/>
                  </a:moveTo>
                  <a:cubicBezTo>
                    <a:pt x="7524" y="1"/>
                    <a:pt x="4919" y="1080"/>
                    <a:pt x="3000" y="2999"/>
                  </a:cubicBezTo>
                  <a:cubicBezTo>
                    <a:pt x="1079" y="4920"/>
                    <a:pt x="1" y="7524"/>
                    <a:pt x="1" y="10239"/>
                  </a:cubicBezTo>
                  <a:cubicBezTo>
                    <a:pt x="1" y="12955"/>
                    <a:pt x="1079" y="15560"/>
                    <a:pt x="3000" y="17479"/>
                  </a:cubicBezTo>
                  <a:cubicBezTo>
                    <a:pt x="4919" y="19400"/>
                    <a:pt x="7524" y="20478"/>
                    <a:pt x="10240" y="20478"/>
                  </a:cubicBezTo>
                  <a:cubicBezTo>
                    <a:pt x="12956" y="20478"/>
                    <a:pt x="15560" y="19400"/>
                    <a:pt x="17480" y="17479"/>
                  </a:cubicBezTo>
                  <a:cubicBezTo>
                    <a:pt x="19401" y="15560"/>
                    <a:pt x="20479" y="12955"/>
                    <a:pt x="20479" y="10239"/>
                  </a:cubicBezTo>
                  <a:cubicBezTo>
                    <a:pt x="20479" y="7524"/>
                    <a:pt x="19401" y="4920"/>
                    <a:pt x="17480" y="2999"/>
                  </a:cubicBezTo>
                  <a:cubicBezTo>
                    <a:pt x="15560" y="1080"/>
                    <a:pt x="12956" y="1"/>
                    <a:pt x="10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56"/>
            <p:cNvSpPr/>
            <p:nvPr/>
          </p:nvSpPr>
          <p:spPr>
            <a:xfrm>
              <a:off x="1622809" y="1648934"/>
              <a:ext cx="239689" cy="349780"/>
            </a:xfrm>
            <a:custGeom>
              <a:rect b="b" l="l" r="r" t="t"/>
              <a:pathLst>
                <a:path extrusionOk="0" h="8572" w="5874">
                  <a:moveTo>
                    <a:pt x="1697" y="0"/>
                  </a:moveTo>
                  <a:lnTo>
                    <a:pt x="0" y="4883"/>
                  </a:lnTo>
                  <a:lnTo>
                    <a:pt x="2306" y="4883"/>
                  </a:lnTo>
                  <a:lnTo>
                    <a:pt x="1697" y="8571"/>
                  </a:lnTo>
                  <a:lnTo>
                    <a:pt x="5873" y="3524"/>
                  </a:lnTo>
                  <a:lnTo>
                    <a:pt x="3177" y="3524"/>
                  </a:lnTo>
                  <a:lnTo>
                    <a:pt x="46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6" name="Google Shape;946;p56"/>
          <p:cNvSpPr/>
          <p:nvPr/>
        </p:nvSpPr>
        <p:spPr>
          <a:xfrm>
            <a:off x="5153375" y="675831"/>
            <a:ext cx="1792800" cy="1792800"/>
          </a:xfrm>
          <a:prstGeom prst="roundRect">
            <a:avLst>
              <a:gd fmla="val 31579" name="adj"/>
            </a:avLst>
          </a:prstGeom>
          <a:noFill/>
          <a:ln cap="flat" cmpd="sng" w="19050">
            <a:solidFill>
              <a:srgbClr val="1919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56"/>
          <p:cNvSpPr txBox="1"/>
          <p:nvPr/>
        </p:nvSpPr>
        <p:spPr>
          <a:xfrm>
            <a:off x="5014325" y="1020681"/>
            <a:ext cx="20709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rgbClr val="191919"/>
                </a:solidFill>
                <a:latin typeface="Raleway Black"/>
                <a:ea typeface="Raleway Black"/>
                <a:cs typeface="Raleway Black"/>
                <a:sym typeface="Raleway Black"/>
              </a:rPr>
              <a:t>05</a:t>
            </a:r>
            <a:endParaRPr sz="10000">
              <a:solidFill>
                <a:srgbClr val="191919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48" name="Google Shape;948;p56"/>
          <p:cNvSpPr txBox="1"/>
          <p:nvPr/>
        </p:nvSpPr>
        <p:spPr>
          <a:xfrm>
            <a:off x="4009925" y="2602450"/>
            <a:ext cx="40797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191919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COMPARATOR</a:t>
            </a:r>
            <a:endParaRPr sz="4400">
              <a:solidFill>
                <a:srgbClr val="191919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949" name="Google Shape;949;p56"/>
          <p:cNvSpPr txBox="1"/>
          <p:nvPr/>
        </p:nvSpPr>
        <p:spPr>
          <a:xfrm>
            <a:off x="3229200" y="4789500"/>
            <a:ext cx="135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Hồng Sơn</a:t>
            </a:r>
            <a:endParaRPr b="1"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1925" y="39900"/>
            <a:ext cx="3784100" cy="18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57"/>
          <p:cNvSpPr txBox="1"/>
          <p:nvPr/>
        </p:nvSpPr>
        <p:spPr>
          <a:xfrm>
            <a:off x="452100" y="2639125"/>
            <a:ext cx="3216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Each bit pair (A &amp; a, B &amp; b, …) goes into an </a:t>
            </a: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NOR gate</a:t>
            </a:r>
            <a:br>
              <a:rPr b="1" lang="en" sz="1200">
                <a:latin typeface="Open Sans"/>
                <a:ea typeface="Open Sans"/>
                <a:cs typeface="Open Sans"/>
                <a:sym typeface="Open Sans"/>
              </a:rPr>
            </a:br>
            <a:endParaRPr b="1" sz="1200"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NOR outputs = 0 if </a:t>
            </a: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both bits are equal</a:t>
            </a:r>
            <a:br>
              <a:rPr b="1" lang="en" sz="1200">
                <a:latin typeface="Open Sans"/>
                <a:ea typeface="Open Sans"/>
                <a:cs typeface="Open Sans"/>
                <a:sym typeface="Open Sans"/>
              </a:rPr>
            </a:br>
            <a:endParaRPr b="1" sz="1200"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All NOR outputs go to an </a:t>
            </a: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OR</a:t>
            </a: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 gate</a:t>
            </a:r>
            <a:br>
              <a:rPr b="1" lang="en" sz="1200"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→ If </a:t>
            </a: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all NORs = 0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, then </a:t>
            </a: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output = 0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6" name="Google Shape;956;p57"/>
          <p:cNvSpPr txBox="1"/>
          <p:nvPr/>
        </p:nvSpPr>
        <p:spPr>
          <a:xfrm>
            <a:off x="452100" y="318400"/>
            <a:ext cx="3216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Compares the input number (from display memory) with the stored password (from password memory).</a:t>
            </a:r>
            <a:br>
              <a:rPr lang="en" sz="1200">
                <a:latin typeface="Open Sans"/>
                <a:ea typeface="Open Sans"/>
                <a:cs typeface="Open Sans"/>
                <a:sym typeface="Open Sans"/>
              </a:rPr>
            </a:b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If they </a:t>
            </a: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match exactly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, output signal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will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nlock the system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7" name="Google Shape;957;p57"/>
          <p:cNvSpPr txBox="1"/>
          <p:nvPr/>
        </p:nvSpPr>
        <p:spPr>
          <a:xfrm>
            <a:off x="7490750" y="4789500"/>
            <a:ext cx="135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Hồng Sơn</a:t>
            </a:r>
            <a:endParaRPr b="1"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58" name="Google Shape;95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5424" y="2151050"/>
            <a:ext cx="1577100" cy="26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58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58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58"/>
          <p:cNvSpPr/>
          <p:nvPr/>
        </p:nvSpPr>
        <p:spPr>
          <a:xfrm>
            <a:off x="6423273" y="611206"/>
            <a:ext cx="1792800" cy="1792800"/>
          </a:xfrm>
          <a:prstGeom prst="roundRect">
            <a:avLst>
              <a:gd fmla="val 3157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58"/>
          <p:cNvSpPr txBox="1"/>
          <p:nvPr>
            <p:ph type="title"/>
          </p:nvPr>
        </p:nvSpPr>
        <p:spPr>
          <a:xfrm>
            <a:off x="3892916" y="2582250"/>
            <a:ext cx="4462200" cy="14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 ExtraBold"/>
                <a:ea typeface="Raleway ExtraBold"/>
                <a:cs typeface="Raleway ExtraBold"/>
                <a:sym typeface="Raleway ExtraBold"/>
              </a:rPr>
              <a:t>SIMULATION &amp;</a:t>
            </a:r>
            <a:br>
              <a:rPr lang="en">
                <a:latin typeface="Raleway ExtraBold"/>
                <a:ea typeface="Raleway ExtraBold"/>
                <a:cs typeface="Raleway ExtraBold"/>
                <a:sym typeface="Raleway ExtraBold"/>
              </a:rPr>
            </a:br>
            <a:r>
              <a:rPr lang="en">
                <a:latin typeface="Raleway ExtraBold"/>
                <a:ea typeface="Raleway ExtraBold"/>
                <a:cs typeface="Raleway ExtraBold"/>
                <a:sym typeface="Raleway ExtraBold"/>
              </a:rPr>
              <a:t>APPLICATIONS</a:t>
            </a:r>
            <a:endParaRPr/>
          </a:p>
        </p:txBody>
      </p:sp>
      <p:sp>
        <p:nvSpPr>
          <p:cNvPr id="967" name="Google Shape;967;p58"/>
          <p:cNvSpPr txBox="1"/>
          <p:nvPr>
            <p:ph idx="2" type="title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968" name="Google Shape;968;p58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969" name="Google Shape;969;p58"/>
            <p:cNvSpPr/>
            <p:nvPr/>
          </p:nvSpPr>
          <p:spPr>
            <a:xfrm>
              <a:off x="1375490" y="4521623"/>
              <a:ext cx="887773" cy="454743"/>
            </a:xfrm>
            <a:custGeom>
              <a:rect b="b" l="l" r="r" t="t"/>
              <a:pathLst>
                <a:path extrusionOk="0" h="10686" w="20863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3875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58"/>
            <p:cNvSpPr/>
            <p:nvPr/>
          </p:nvSpPr>
          <p:spPr>
            <a:xfrm>
              <a:off x="1855078" y="4572646"/>
              <a:ext cx="352718" cy="352696"/>
            </a:xfrm>
            <a:custGeom>
              <a:rect b="b" l="l" r="r" t="t"/>
              <a:pathLst>
                <a:path extrusionOk="0" h="8288" w="8289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58"/>
            <p:cNvSpPr/>
            <p:nvPr/>
          </p:nvSpPr>
          <p:spPr>
            <a:xfrm>
              <a:off x="715088" y="4705672"/>
              <a:ext cx="86679" cy="86685"/>
            </a:xfrm>
            <a:custGeom>
              <a:rect b="b" l="l" r="r" t="t"/>
              <a:pathLst>
                <a:path extrusionOk="0" h="2037" w="2037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3875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58"/>
            <p:cNvSpPr/>
            <p:nvPr/>
          </p:nvSpPr>
          <p:spPr>
            <a:xfrm>
              <a:off x="931647" y="4705672"/>
              <a:ext cx="86637" cy="86685"/>
            </a:xfrm>
            <a:custGeom>
              <a:rect b="b" l="l" r="r" t="t"/>
              <a:pathLst>
                <a:path extrusionOk="0" h="2037" w="2036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3875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58"/>
            <p:cNvSpPr/>
            <p:nvPr/>
          </p:nvSpPr>
          <p:spPr>
            <a:xfrm>
              <a:off x="1148164" y="4705672"/>
              <a:ext cx="86637" cy="86685"/>
            </a:xfrm>
            <a:custGeom>
              <a:rect b="b" l="l" r="r" t="t"/>
              <a:pathLst>
                <a:path extrusionOk="0" h="2037" w="2036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3875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4" name="Google Shape;974;p58"/>
          <p:cNvGrpSpPr/>
          <p:nvPr/>
        </p:nvGrpSpPr>
        <p:grpSpPr>
          <a:xfrm>
            <a:off x="679228" y="466972"/>
            <a:ext cx="1870728" cy="3367742"/>
            <a:chOff x="6679763" y="256500"/>
            <a:chExt cx="1699272" cy="3059081"/>
          </a:xfrm>
        </p:grpSpPr>
        <p:sp>
          <p:nvSpPr>
            <p:cNvPr id="975" name="Google Shape;975;p58"/>
            <p:cNvSpPr/>
            <p:nvPr/>
          </p:nvSpPr>
          <p:spPr>
            <a:xfrm>
              <a:off x="6958622" y="526493"/>
              <a:ext cx="1141493" cy="2510824"/>
            </a:xfrm>
            <a:custGeom>
              <a:rect b="b" l="l" r="r" t="t"/>
              <a:pathLst>
                <a:path extrusionOk="0" h="56633" w="25747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58"/>
            <p:cNvSpPr/>
            <p:nvPr/>
          </p:nvSpPr>
          <p:spPr>
            <a:xfrm>
              <a:off x="6861309" y="391984"/>
              <a:ext cx="194631" cy="194631"/>
            </a:xfrm>
            <a:custGeom>
              <a:rect b="b" l="l" r="r" t="t"/>
              <a:pathLst>
                <a:path extrusionOk="0" h="4390" w="439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58"/>
            <p:cNvSpPr/>
            <p:nvPr/>
          </p:nvSpPr>
          <p:spPr>
            <a:xfrm>
              <a:off x="6861309" y="2985510"/>
              <a:ext cx="194631" cy="194586"/>
            </a:xfrm>
            <a:custGeom>
              <a:rect b="b" l="l" r="r" t="t"/>
              <a:pathLst>
                <a:path extrusionOk="0" h="4389" w="439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58"/>
            <p:cNvSpPr/>
            <p:nvPr/>
          </p:nvSpPr>
          <p:spPr>
            <a:xfrm>
              <a:off x="6928697" y="489297"/>
              <a:ext cx="59852" cy="2585218"/>
            </a:xfrm>
            <a:custGeom>
              <a:rect b="b" l="l" r="r" t="t"/>
              <a:pathLst>
                <a:path extrusionOk="0" h="58311" w="135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58"/>
            <p:cNvSpPr/>
            <p:nvPr/>
          </p:nvSpPr>
          <p:spPr>
            <a:xfrm>
              <a:off x="7152449" y="416279"/>
              <a:ext cx="753872" cy="170335"/>
            </a:xfrm>
            <a:custGeom>
              <a:rect b="b" l="l" r="r" t="t"/>
              <a:pathLst>
                <a:path extrusionOk="0" h="3842" w="17004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58"/>
            <p:cNvSpPr/>
            <p:nvPr/>
          </p:nvSpPr>
          <p:spPr>
            <a:xfrm>
              <a:off x="6679763" y="256500"/>
              <a:ext cx="1699272" cy="214094"/>
            </a:xfrm>
            <a:custGeom>
              <a:rect b="b" l="l" r="r" t="t"/>
              <a:pathLst>
                <a:path extrusionOk="0" h="4829" w="38328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58"/>
            <p:cNvSpPr/>
            <p:nvPr/>
          </p:nvSpPr>
          <p:spPr>
            <a:xfrm>
              <a:off x="8002815" y="2985510"/>
              <a:ext cx="194586" cy="194586"/>
            </a:xfrm>
            <a:custGeom>
              <a:rect b="b" l="l" r="r" t="t"/>
              <a:pathLst>
                <a:path extrusionOk="0" h="4389" w="4389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58"/>
            <p:cNvSpPr/>
            <p:nvPr/>
          </p:nvSpPr>
          <p:spPr>
            <a:xfrm>
              <a:off x="8002815" y="409895"/>
              <a:ext cx="194586" cy="194631"/>
            </a:xfrm>
            <a:custGeom>
              <a:rect b="b" l="l" r="r" t="t"/>
              <a:pathLst>
                <a:path extrusionOk="0" h="4390" w="4389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58"/>
            <p:cNvSpPr/>
            <p:nvPr/>
          </p:nvSpPr>
          <p:spPr>
            <a:xfrm>
              <a:off x="8070203" y="497676"/>
              <a:ext cx="59852" cy="2585218"/>
            </a:xfrm>
            <a:custGeom>
              <a:rect b="b" l="l" r="r" t="t"/>
              <a:pathLst>
                <a:path extrusionOk="0" h="58311" w="135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58"/>
            <p:cNvSpPr/>
            <p:nvPr/>
          </p:nvSpPr>
          <p:spPr>
            <a:xfrm>
              <a:off x="7152449" y="2985510"/>
              <a:ext cx="753872" cy="170291"/>
            </a:xfrm>
            <a:custGeom>
              <a:rect b="b" l="l" r="r" t="t"/>
              <a:pathLst>
                <a:path extrusionOk="0" h="3841" w="17004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58"/>
            <p:cNvSpPr/>
            <p:nvPr/>
          </p:nvSpPr>
          <p:spPr>
            <a:xfrm>
              <a:off x="6679763" y="3101532"/>
              <a:ext cx="1699272" cy="214049"/>
            </a:xfrm>
            <a:custGeom>
              <a:rect b="b" l="l" r="r" t="t"/>
              <a:pathLst>
                <a:path extrusionOk="0" h="4828" w="38328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58"/>
            <p:cNvSpPr/>
            <p:nvPr/>
          </p:nvSpPr>
          <p:spPr>
            <a:xfrm>
              <a:off x="7495105" y="2737463"/>
              <a:ext cx="68542" cy="247966"/>
            </a:xfrm>
            <a:custGeom>
              <a:rect b="b" l="l" r="r" t="t"/>
              <a:pathLst>
                <a:path extrusionOk="0" h="5593" w="1546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58"/>
            <p:cNvSpPr/>
            <p:nvPr/>
          </p:nvSpPr>
          <p:spPr>
            <a:xfrm>
              <a:off x="7430422" y="2441490"/>
              <a:ext cx="197911" cy="441399"/>
            </a:xfrm>
            <a:custGeom>
              <a:rect b="b" l="l" r="r" t="t"/>
              <a:pathLst>
                <a:path extrusionOk="0" h="9956" w="4464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58"/>
            <p:cNvSpPr/>
            <p:nvPr/>
          </p:nvSpPr>
          <p:spPr>
            <a:xfrm>
              <a:off x="7376955" y="1970533"/>
              <a:ext cx="107025" cy="505995"/>
            </a:xfrm>
            <a:custGeom>
              <a:rect b="b" l="l" r="r" t="t"/>
              <a:pathLst>
                <a:path extrusionOk="0" h="11413" w="2414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58"/>
            <p:cNvSpPr/>
            <p:nvPr/>
          </p:nvSpPr>
          <p:spPr>
            <a:xfrm>
              <a:off x="7574773" y="1970533"/>
              <a:ext cx="107025" cy="505995"/>
            </a:xfrm>
            <a:custGeom>
              <a:rect b="b" l="l" r="r" t="t"/>
              <a:pathLst>
                <a:path extrusionOk="0" h="11413" w="2414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58"/>
            <p:cNvSpPr/>
            <p:nvPr/>
          </p:nvSpPr>
          <p:spPr>
            <a:xfrm>
              <a:off x="7251092" y="2248284"/>
              <a:ext cx="556582" cy="386468"/>
            </a:xfrm>
            <a:custGeom>
              <a:rect b="b" l="l" r="r" t="t"/>
              <a:pathLst>
                <a:path extrusionOk="0" h="8717" w="12554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58"/>
            <p:cNvSpPr/>
            <p:nvPr/>
          </p:nvSpPr>
          <p:spPr>
            <a:xfrm>
              <a:off x="7473293" y="2369847"/>
              <a:ext cx="112168" cy="163640"/>
            </a:xfrm>
            <a:custGeom>
              <a:rect b="b" l="l" r="r" t="t"/>
              <a:pathLst>
                <a:path extrusionOk="0" h="3691" w="253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58"/>
            <p:cNvSpPr/>
            <p:nvPr/>
          </p:nvSpPr>
          <p:spPr>
            <a:xfrm>
              <a:off x="7473603" y="962471"/>
              <a:ext cx="106271" cy="596660"/>
            </a:xfrm>
            <a:custGeom>
              <a:rect b="b" l="l" r="r" t="t"/>
              <a:pathLst>
                <a:path extrusionOk="0" h="13458" w="2397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58"/>
            <p:cNvSpPr/>
            <p:nvPr/>
          </p:nvSpPr>
          <p:spPr>
            <a:xfrm>
              <a:off x="7351242" y="831819"/>
              <a:ext cx="350956" cy="209261"/>
            </a:xfrm>
            <a:custGeom>
              <a:rect b="b" l="l" r="r" t="t"/>
              <a:pathLst>
                <a:path extrusionOk="0" h="4720" w="7916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4" name="Google Shape;994;p58"/>
          <p:cNvGrpSpPr/>
          <p:nvPr/>
        </p:nvGrpSpPr>
        <p:grpSpPr>
          <a:xfrm rot="10800000">
            <a:off x="4794134" y="-73"/>
            <a:ext cx="753870" cy="1800196"/>
            <a:chOff x="5088650" y="245050"/>
            <a:chExt cx="1046025" cy="2497843"/>
          </a:xfrm>
        </p:grpSpPr>
        <p:sp>
          <p:nvSpPr>
            <p:cNvPr id="995" name="Google Shape;995;p58"/>
            <p:cNvSpPr/>
            <p:nvPr/>
          </p:nvSpPr>
          <p:spPr>
            <a:xfrm>
              <a:off x="5547342" y="1157910"/>
              <a:ext cx="128662" cy="1584984"/>
            </a:xfrm>
            <a:custGeom>
              <a:rect b="b" l="l" r="r" t="t"/>
              <a:pathLst>
                <a:path extrusionOk="0" h="18637" w="5147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58"/>
            <p:cNvSpPr/>
            <p:nvPr/>
          </p:nvSpPr>
          <p:spPr>
            <a:xfrm>
              <a:off x="5425725" y="1130250"/>
              <a:ext cx="371850" cy="829500"/>
            </a:xfrm>
            <a:custGeom>
              <a:rect b="b" l="l" r="r" t="t"/>
              <a:pathLst>
                <a:path extrusionOk="0" h="33180" w="14874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58"/>
            <p:cNvSpPr/>
            <p:nvPr/>
          </p:nvSpPr>
          <p:spPr>
            <a:xfrm>
              <a:off x="532515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58"/>
            <p:cNvSpPr/>
            <p:nvPr/>
          </p:nvSpPr>
          <p:spPr>
            <a:xfrm>
              <a:off x="5697000" y="245050"/>
              <a:ext cx="201175" cy="950925"/>
            </a:xfrm>
            <a:custGeom>
              <a:rect b="b" l="l" r="r" t="t"/>
              <a:pathLst>
                <a:path extrusionOk="0" fill="none" h="38037" w="8047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58"/>
            <p:cNvSpPr/>
            <p:nvPr/>
          </p:nvSpPr>
          <p:spPr>
            <a:xfrm>
              <a:off x="5088650" y="767125"/>
              <a:ext cx="1046025" cy="726250"/>
            </a:xfrm>
            <a:custGeom>
              <a:rect b="b" l="l" r="r" t="t"/>
              <a:pathLst>
                <a:path extrusionOk="0" h="29050" w="41841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58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rect b="b" l="l" r="r" t="t"/>
              <a:pathLst>
                <a:path extrusionOk="0" h="12396" w="8494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1" name="Google Shape;1001;p58"/>
          <p:cNvSpPr txBox="1"/>
          <p:nvPr/>
        </p:nvSpPr>
        <p:spPr>
          <a:xfrm>
            <a:off x="3229200" y="4789500"/>
            <a:ext cx="135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Hồng Sơn</a:t>
            </a:r>
            <a:endParaRPr b="1"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59"/>
          <p:cNvSpPr txBox="1"/>
          <p:nvPr>
            <p:ph type="title"/>
          </p:nvPr>
        </p:nvSpPr>
        <p:spPr>
          <a:xfrm>
            <a:off x="720000" y="0"/>
            <a:ext cx="7704000" cy="573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SIMULATION</a:t>
            </a:r>
            <a:endParaRPr sz="3000"/>
          </a:p>
        </p:txBody>
      </p:sp>
      <p:pic>
        <p:nvPicPr>
          <p:cNvPr id="1007" name="Google Shape;1007;p59" title="Untitled video - Made with Clipcham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12" y="531675"/>
            <a:ext cx="8198774" cy="4611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60"/>
          <p:cNvSpPr txBox="1"/>
          <p:nvPr>
            <p:ph type="title"/>
          </p:nvPr>
        </p:nvSpPr>
        <p:spPr>
          <a:xfrm>
            <a:off x="720000" y="0"/>
            <a:ext cx="7704000" cy="573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APPLICATIONS</a:t>
            </a:r>
            <a:endParaRPr sz="3000"/>
          </a:p>
        </p:txBody>
      </p:sp>
      <p:pic>
        <p:nvPicPr>
          <p:cNvPr id="1013" name="Google Shape;101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950" y="670763"/>
            <a:ext cx="2830051" cy="172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60"/>
          <p:cNvSpPr txBox="1"/>
          <p:nvPr/>
        </p:nvSpPr>
        <p:spPr>
          <a:xfrm>
            <a:off x="1212375" y="2396413"/>
            <a:ext cx="177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home security lock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15" name="Google Shape;1015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3501" y="670787"/>
            <a:ext cx="2530499" cy="17211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60"/>
          <p:cNvSpPr txBox="1"/>
          <p:nvPr/>
        </p:nvSpPr>
        <p:spPr>
          <a:xfrm>
            <a:off x="5893488" y="2394200"/>
            <a:ext cx="253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Office access systems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17" name="Google Shape;101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1575" y="2863175"/>
            <a:ext cx="3140849" cy="14909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60"/>
          <p:cNvSpPr txBox="1"/>
          <p:nvPr/>
        </p:nvSpPr>
        <p:spPr>
          <a:xfrm>
            <a:off x="3776700" y="4354150"/>
            <a:ext cx="159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Locker systems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9" name="Google Shape;1019;p60"/>
          <p:cNvSpPr txBox="1"/>
          <p:nvPr/>
        </p:nvSpPr>
        <p:spPr>
          <a:xfrm>
            <a:off x="7787700" y="4485625"/>
            <a:ext cx="135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Hồng Sơn</a:t>
            </a:r>
            <a:endParaRPr b="1"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61"/>
          <p:cNvSpPr/>
          <p:nvPr/>
        </p:nvSpPr>
        <p:spPr>
          <a:xfrm flipH="1">
            <a:off x="-9600" y="781000"/>
            <a:ext cx="3229200" cy="359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61"/>
          <p:cNvSpPr/>
          <p:nvPr/>
        </p:nvSpPr>
        <p:spPr>
          <a:xfrm flipH="1">
            <a:off x="-9593" y="-12"/>
            <a:ext cx="3229200" cy="841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6" name="Google Shape;1026;p61"/>
          <p:cNvGrpSpPr/>
          <p:nvPr/>
        </p:nvGrpSpPr>
        <p:grpSpPr>
          <a:xfrm flipH="1">
            <a:off x="-9593" y="4324341"/>
            <a:ext cx="3229223" cy="820210"/>
            <a:chOff x="5914788" y="4092325"/>
            <a:chExt cx="3229223" cy="1032360"/>
          </a:xfrm>
        </p:grpSpPr>
        <p:sp>
          <p:nvSpPr>
            <p:cNvPr id="1027" name="Google Shape;1027;p61"/>
            <p:cNvSpPr/>
            <p:nvPr/>
          </p:nvSpPr>
          <p:spPr>
            <a:xfrm>
              <a:off x="9046392" y="5030625"/>
              <a:ext cx="97591" cy="94060"/>
            </a:xfrm>
            <a:custGeom>
              <a:rect b="b" l="l" r="r" t="t"/>
              <a:pathLst>
                <a:path extrusionOk="0" h="1467" w="1522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61"/>
            <p:cNvSpPr/>
            <p:nvPr/>
          </p:nvSpPr>
          <p:spPr>
            <a:xfrm>
              <a:off x="8686560" y="4683876"/>
              <a:ext cx="457432" cy="440808"/>
            </a:xfrm>
            <a:custGeom>
              <a:rect b="b" l="l" r="r" t="t"/>
              <a:pathLst>
                <a:path extrusionOk="0" h="6875" w="7134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61"/>
            <p:cNvSpPr/>
            <p:nvPr/>
          </p:nvSpPr>
          <p:spPr>
            <a:xfrm>
              <a:off x="8899497" y="4889053"/>
              <a:ext cx="244490" cy="235632"/>
            </a:xfrm>
            <a:custGeom>
              <a:rect b="b" l="l" r="r" t="t"/>
              <a:pathLst>
                <a:path extrusionOk="0" h="3675" w="3813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61"/>
            <p:cNvSpPr/>
            <p:nvPr/>
          </p:nvSpPr>
          <p:spPr>
            <a:xfrm>
              <a:off x="7966831" y="4092325"/>
              <a:ext cx="1177179" cy="1032356"/>
            </a:xfrm>
            <a:custGeom>
              <a:rect b="b" l="l" r="r" t="t"/>
              <a:pathLst>
                <a:path extrusionOk="0" h="16101" w="18359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61"/>
            <p:cNvSpPr/>
            <p:nvPr/>
          </p:nvSpPr>
          <p:spPr>
            <a:xfrm>
              <a:off x="5914788" y="4092325"/>
              <a:ext cx="457432" cy="440808"/>
            </a:xfrm>
            <a:custGeom>
              <a:rect b="b" l="l" r="r" t="t"/>
              <a:pathLst>
                <a:path extrusionOk="0" h="6875" w="7134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1"/>
            <p:cNvSpPr/>
            <p:nvPr/>
          </p:nvSpPr>
          <p:spPr>
            <a:xfrm>
              <a:off x="7606935" y="4092325"/>
              <a:ext cx="1284388" cy="1032356"/>
            </a:xfrm>
            <a:custGeom>
              <a:rect b="b" l="l" r="r" t="t"/>
              <a:pathLst>
                <a:path extrusionOk="0" h="16101" w="20031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1"/>
            <p:cNvSpPr/>
            <p:nvPr/>
          </p:nvSpPr>
          <p:spPr>
            <a:xfrm>
              <a:off x="5914788" y="4092325"/>
              <a:ext cx="97591" cy="94060"/>
            </a:xfrm>
            <a:custGeom>
              <a:rect b="b" l="l" r="r" t="t"/>
              <a:pathLst>
                <a:path extrusionOk="0" h="1467" w="1522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1"/>
            <p:cNvSpPr/>
            <p:nvPr/>
          </p:nvSpPr>
          <p:spPr>
            <a:xfrm>
              <a:off x="8326728" y="4337127"/>
              <a:ext cx="817274" cy="787555"/>
            </a:xfrm>
            <a:custGeom>
              <a:rect b="b" l="l" r="r" t="t"/>
              <a:pathLst>
                <a:path extrusionOk="0" h="12283" w="12746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1"/>
            <p:cNvSpPr/>
            <p:nvPr/>
          </p:nvSpPr>
          <p:spPr>
            <a:xfrm>
              <a:off x="6527310" y="4092325"/>
              <a:ext cx="1284452" cy="1032356"/>
            </a:xfrm>
            <a:custGeom>
              <a:rect b="b" l="l" r="r" t="t"/>
              <a:pathLst>
                <a:path extrusionOk="0" h="16101" w="20032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61"/>
            <p:cNvSpPr/>
            <p:nvPr/>
          </p:nvSpPr>
          <p:spPr>
            <a:xfrm>
              <a:off x="7247039" y="4092325"/>
              <a:ext cx="1284452" cy="1032356"/>
            </a:xfrm>
            <a:custGeom>
              <a:rect b="b" l="l" r="r" t="t"/>
              <a:pathLst>
                <a:path extrusionOk="0" h="16101" w="20032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61"/>
            <p:cNvSpPr/>
            <p:nvPr/>
          </p:nvSpPr>
          <p:spPr>
            <a:xfrm>
              <a:off x="6887207" y="4092325"/>
              <a:ext cx="1284388" cy="1032356"/>
            </a:xfrm>
            <a:custGeom>
              <a:rect b="b" l="l" r="r" t="t"/>
              <a:pathLst>
                <a:path extrusionOk="0" h="16101" w="20031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1"/>
            <p:cNvSpPr/>
            <p:nvPr/>
          </p:nvSpPr>
          <p:spPr>
            <a:xfrm>
              <a:off x="6167478" y="4092325"/>
              <a:ext cx="1284388" cy="1032356"/>
            </a:xfrm>
            <a:custGeom>
              <a:rect b="b" l="l" r="r" t="t"/>
              <a:pathLst>
                <a:path extrusionOk="0" h="16101" w="20031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1"/>
            <p:cNvSpPr/>
            <p:nvPr/>
          </p:nvSpPr>
          <p:spPr>
            <a:xfrm>
              <a:off x="5914788" y="4092325"/>
              <a:ext cx="1177243" cy="1032356"/>
            </a:xfrm>
            <a:custGeom>
              <a:rect b="b" l="l" r="r" t="t"/>
              <a:pathLst>
                <a:path extrusionOk="0" h="16101" w="1836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1"/>
            <p:cNvSpPr/>
            <p:nvPr/>
          </p:nvSpPr>
          <p:spPr>
            <a:xfrm>
              <a:off x="5914788" y="4092325"/>
              <a:ext cx="817274" cy="787555"/>
            </a:xfrm>
            <a:custGeom>
              <a:rect b="b" l="l" r="r" t="t"/>
              <a:pathLst>
                <a:path extrusionOk="0" h="12283" w="12746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1"/>
            <p:cNvSpPr/>
            <p:nvPr/>
          </p:nvSpPr>
          <p:spPr>
            <a:xfrm>
              <a:off x="5914788" y="4092325"/>
              <a:ext cx="244554" cy="235632"/>
            </a:xfrm>
            <a:custGeom>
              <a:rect b="b" l="l" r="r" t="t"/>
              <a:pathLst>
                <a:path extrusionOk="0" h="3675" w="3814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1"/>
            <p:cNvSpPr/>
            <p:nvPr/>
          </p:nvSpPr>
          <p:spPr>
            <a:xfrm>
              <a:off x="5914788" y="4092325"/>
              <a:ext cx="604459" cy="582379"/>
            </a:xfrm>
            <a:custGeom>
              <a:rect b="b" l="l" r="r" t="t"/>
              <a:pathLst>
                <a:path extrusionOk="0" h="9083" w="9427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1"/>
            <p:cNvSpPr/>
            <p:nvPr/>
          </p:nvSpPr>
          <p:spPr>
            <a:xfrm>
              <a:off x="5914788" y="4092325"/>
              <a:ext cx="964301" cy="929127"/>
            </a:xfrm>
            <a:custGeom>
              <a:rect b="b" l="l" r="r" t="t"/>
              <a:pathLst>
                <a:path extrusionOk="0" h="14491" w="15039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1"/>
            <p:cNvSpPr/>
            <p:nvPr/>
          </p:nvSpPr>
          <p:spPr>
            <a:xfrm>
              <a:off x="6020519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1"/>
            <p:cNvSpPr/>
            <p:nvPr/>
          </p:nvSpPr>
          <p:spPr>
            <a:xfrm>
              <a:off x="6380415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1"/>
            <p:cNvSpPr/>
            <p:nvPr/>
          </p:nvSpPr>
          <p:spPr>
            <a:xfrm>
              <a:off x="6740248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1"/>
            <p:cNvSpPr/>
            <p:nvPr/>
          </p:nvSpPr>
          <p:spPr>
            <a:xfrm>
              <a:off x="7100144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1"/>
            <p:cNvSpPr/>
            <p:nvPr/>
          </p:nvSpPr>
          <p:spPr>
            <a:xfrm>
              <a:off x="7459976" y="4092325"/>
              <a:ext cx="1218408" cy="1032356"/>
            </a:xfrm>
            <a:custGeom>
              <a:rect b="b" l="l" r="r" t="t"/>
              <a:pathLst>
                <a:path extrusionOk="0" h="16101" w="19002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1"/>
            <p:cNvSpPr/>
            <p:nvPr/>
          </p:nvSpPr>
          <p:spPr>
            <a:xfrm>
              <a:off x="7819808" y="4092325"/>
              <a:ext cx="1218472" cy="1032356"/>
            </a:xfrm>
            <a:custGeom>
              <a:rect b="b" l="l" r="r" t="t"/>
              <a:pathLst>
                <a:path extrusionOk="0" h="16101" w="19003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1"/>
            <p:cNvSpPr/>
            <p:nvPr/>
          </p:nvSpPr>
          <p:spPr>
            <a:xfrm>
              <a:off x="8179704" y="4195555"/>
              <a:ext cx="964301" cy="929127"/>
            </a:xfrm>
            <a:custGeom>
              <a:rect b="b" l="l" r="r" t="t"/>
              <a:pathLst>
                <a:path extrusionOk="0" h="14491" w="15039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1"/>
            <p:cNvSpPr/>
            <p:nvPr/>
          </p:nvSpPr>
          <p:spPr>
            <a:xfrm>
              <a:off x="8539601" y="4542304"/>
              <a:ext cx="604395" cy="582379"/>
            </a:xfrm>
            <a:custGeom>
              <a:rect b="b" l="l" r="r" t="t"/>
              <a:pathLst>
                <a:path extrusionOk="0" h="9083" w="9426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2" name="Google Shape;1052;p61"/>
          <p:cNvSpPr txBox="1"/>
          <p:nvPr>
            <p:ph type="ctrTitle"/>
          </p:nvPr>
        </p:nvSpPr>
        <p:spPr>
          <a:xfrm>
            <a:off x="3748225" y="1997050"/>
            <a:ext cx="4626900" cy="11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</a:t>
            </a:r>
            <a:endParaRPr/>
          </a:p>
        </p:txBody>
      </p:sp>
      <p:grpSp>
        <p:nvGrpSpPr>
          <p:cNvPr id="1053" name="Google Shape;1053;p61"/>
          <p:cNvGrpSpPr/>
          <p:nvPr/>
        </p:nvGrpSpPr>
        <p:grpSpPr>
          <a:xfrm flipH="1" rot="10800000">
            <a:off x="736137" y="1133417"/>
            <a:ext cx="1737764" cy="3190933"/>
            <a:chOff x="-2015525" y="1190673"/>
            <a:chExt cx="1253526" cy="2302260"/>
          </a:xfrm>
        </p:grpSpPr>
        <p:sp>
          <p:nvSpPr>
            <p:cNvPr id="1054" name="Google Shape;1054;p61"/>
            <p:cNvSpPr/>
            <p:nvPr/>
          </p:nvSpPr>
          <p:spPr>
            <a:xfrm>
              <a:off x="-1465824" y="1190673"/>
              <a:ext cx="154224" cy="574880"/>
            </a:xfrm>
            <a:custGeom>
              <a:rect b="b" l="l" r="r" t="t"/>
              <a:pathLst>
                <a:path extrusionOk="0" h="10102" w="279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1"/>
            <p:cNvSpPr/>
            <p:nvPr/>
          </p:nvSpPr>
          <p:spPr>
            <a:xfrm>
              <a:off x="-1611576" y="1438143"/>
              <a:ext cx="445682" cy="994066"/>
            </a:xfrm>
            <a:custGeom>
              <a:rect b="b" l="l" r="r" t="t"/>
              <a:pathLst>
                <a:path extrusionOk="0" h="17984" w="8063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1"/>
            <p:cNvSpPr/>
            <p:nvPr/>
          </p:nvSpPr>
          <p:spPr>
            <a:xfrm>
              <a:off x="-1286504" y="2353439"/>
              <a:ext cx="241110" cy="1139494"/>
            </a:xfrm>
            <a:custGeom>
              <a:rect b="b" l="l" r="r" t="t"/>
              <a:pathLst>
                <a:path extrusionOk="0" h="20615" w="4362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1"/>
            <p:cNvSpPr/>
            <p:nvPr/>
          </p:nvSpPr>
          <p:spPr>
            <a:xfrm>
              <a:off x="-1732130" y="2353439"/>
              <a:ext cx="241165" cy="1139494"/>
            </a:xfrm>
            <a:custGeom>
              <a:rect b="b" l="l" r="r" t="t"/>
              <a:pathLst>
                <a:path extrusionOk="0" h="20615" w="4363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1"/>
            <p:cNvSpPr/>
            <p:nvPr/>
          </p:nvSpPr>
          <p:spPr>
            <a:xfrm>
              <a:off x="-2015525" y="1996972"/>
              <a:ext cx="1253526" cy="870360"/>
            </a:xfrm>
            <a:custGeom>
              <a:rect b="b" l="l" r="r" t="t"/>
              <a:pathLst>
                <a:path extrusionOk="0" h="15746" w="22678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3875">
              <a:solidFill>
                <a:schemeClr val="dk1"/>
              </a:solidFill>
              <a:prstDash val="solid"/>
              <a:miter lim="11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1"/>
            <p:cNvSpPr/>
            <p:nvPr/>
          </p:nvSpPr>
          <p:spPr>
            <a:xfrm>
              <a:off x="-1515066" y="2225036"/>
              <a:ext cx="252607" cy="368518"/>
            </a:xfrm>
            <a:custGeom>
              <a:rect b="b" l="l" r="r" t="t"/>
              <a:pathLst>
                <a:path extrusionOk="0" h="6667" w="457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0" name="Google Shape;1060;p61"/>
          <p:cNvGrpSpPr/>
          <p:nvPr/>
        </p:nvGrpSpPr>
        <p:grpSpPr>
          <a:xfrm flipH="1">
            <a:off x="171358" y="127313"/>
            <a:ext cx="2867297" cy="587084"/>
            <a:chOff x="207675" y="127350"/>
            <a:chExt cx="2867297" cy="587084"/>
          </a:xfrm>
        </p:grpSpPr>
        <p:grpSp>
          <p:nvGrpSpPr>
            <p:cNvPr id="1061" name="Google Shape;1061;p61"/>
            <p:cNvGrpSpPr/>
            <p:nvPr/>
          </p:nvGrpSpPr>
          <p:grpSpPr>
            <a:xfrm>
              <a:off x="207675" y="127350"/>
              <a:ext cx="1712411" cy="587084"/>
              <a:chOff x="1722125" y="3637225"/>
              <a:chExt cx="1075500" cy="368725"/>
            </a:xfrm>
          </p:grpSpPr>
          <p:sp>
            <p:nvSpPr>
              <p:cNvPr id="1062" name="Google Shape;1062;p61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rect b="b" l="l" r="r" t="t"/>
                <a:pathLst>
                  <a:path extrusionOk="0" h="12100" w="2155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61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rect b="b" l="l" r="r" t="t"/>
                <a:pathLst>
                  <a:path extrusionOk="0" h="4244" w="7117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61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rect b="b" l="l" r="r" t="t"/>
                <a:pathLst>
                  <a:path extrusionOk="0" h="12100" w="2155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61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rect b="b" l="l" r="r" t="t"/>
                <a:pathLst>
                  <a:path extrusionOk="0" h="4243" w="7117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61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rect b="b" l="l" r="r" t="t"/>
                <a:pathLst>
                  <a:path extrusionOk="0" h="12100" w="2156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61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rect b="b" l="l" r="r" t="t"/>
                <a:pathLst>
                  <a:path extrusionOk="0" h="4244" w="7117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61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rect b="b" l="l" r="r" t="t"/>
                <a:pathLst>
                  <a:path extrusionOk="0" h="12100" w="2156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61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rect b="b" l="l" r="r" t="t"/>
                <a:pathLst>
                  <a:path extrusionOk="0" h="4243" w="7118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61"/>
              <p:cNvSpPr/>
              <p:nvPr/>
            </p:nvSpPr>
            <p:spPr>
              <a:xfrm>
                <a:off x="2501125" y="3703450"/>
                <a:ext cx="53900" cy="302500"/>
              </a:xfrm>
              <a:custGeom>
                <a:rect b="b" l="l" r="r" t="t"/>
                <a:pathLst>
                  <a:path extrusionOk="0" h="12100" w="2156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61"/>
              <p:cNvSpPr/>
              <p:nvPr/>
            </p:nvSpPr>
            <p:spPr>
              <a:xfrm>
                <a:off x="2439125" y="3637225"/>
                <a:ext cx="177925" cy="106100"/>
              </a:xfrm>
              <a:custGeom>
                <a:rect b="b" l="l" r="r" t="t"/>
                <a:pathLst>
                  <a:path extrusionOk="0" h="4244" w="7117">
                    <a:moveTo>
                      <a:pt x="3558" y="1"/>
                    </a:moveTo>
                    <a:lnTo>
                      <a:pt x="1" y="4243"/>
                    </a:lnTo>
                    <a:lnTo>
                      <a:pt x="7116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61"/>
              <p:cNvSpPr/>
              <p:nvPr/>
            </p:nvSpPr>
            <p:spPr>
              <a:xfrm>
                <a:off x="2681725" y="3637225"/>
                <a:ext cx="53875" cy="302500"/>
              </a:xfrm>
              <a:custGeom>
                <a:rect b="b" l="l" r="r" t="t"/>
                <a:pathLst>
                  <a:path extrusionOk="0" h="12100" w="2155">
                    <a:moveTo>
                      <a:pt x="0" y="1"/>
                    </a:moveTo>
                    <a:lnTo>
                      <a:pt x="0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61"/>
              <p:cNvSpPr/>
              <p:nvPr/>
            </p:nvSpPr>
            <p:spPr>
              <a:xfrm>
                <a:off x="2619700" y="3899875"/>
                <a:ext cx="177925" cy="106075"/>
              </a:xfrm>
              <a:custGeom>
                <a:rect b="b" l="l" r="r" t="t"/>
                <a:pathLst>
                  <a:path extrusionOk="0" h="4243" w="7117">
                    <a:moveTo>
                      <a:pt x="1" y="0"/>
                    </a:moveTo>
                    <a:lnTo>
                      <a:pt x="3558" y="4242"/>
                    </a:lnTo>
                    <a:lnTo>
                      <a:pt x="71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4" name="Google Shape;1074;p61"/>
            <p:cNvGrpSpPr/>
            <p:nvPr/>
          </p:nvGrpSpPr>
          <p:grpSpPr>
            <a:xfrm>
              <a:off x="1933325" y="127350"/>
              <a:ext cx="1141647" cy="587084"/>
              <a:chOff x="1722125" y="3637225"/>
              <a:chExt cx="717025" cy="368725"/>
            </a:xfrm>
          </p:grpSpPr>
          <p:sp>
            <p:nvSpPr>
              <p:cNvPr id="1075" name="Google Shape;1075;p61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rect b="b" l="l" r="r" t="t"/>
                <a:pathLst>
                  <a:path extrusionOk="0" h="12100" w="2155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61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rect b="b" l="l" r="r" t="t"/>
                <a:pathLst>
                  <a:path extrusionOk="0" h="4244" w="7117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61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rect b="b" l="l" r="r" t="t"/>
                <a:pathLst>
                  <a:path extrusionOk="0" h="12100" w="2155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61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rect b="b" l="l" r="r" t="t"/>
                <a:pathLst>
                  <a:path extrusionOk="0" h="4243" w="7117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61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rect b="b" l="l" r="r" t="t"/>
                <a:pathLst>
                  <a:path extrusionOk="0" h="12100" w="2156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61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rect b="b" l="l" r="r" t="t"/>
                <a:pathLst>
                  <a:path extrusionOk="0" h="4244" w="7117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61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rect b="b" l="l" r="r" t="t"/>
                <a:pathLst>
                  <a:path extrusionOk="0" h="12100" w="2156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61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rect b="b" l="l" r="r" t="t"/>
                <a:pathLst>
                  <a:path extrusionOk="0" h="4243" w="7118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083" name="Google Shape;108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6150" y="2990863"/>
            <a:ext cx="459105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Electricity Consumption Consulting by Slidesgo">
  <a:themeElements>
    <a:clrScheme name="Simple Light">
      <a:dk1>
        <a:srgbClr val="191919"/>
      </a:dk1>
      <a:lt1>
        <a:srgbClr val="E8E6D6"/>
      </a:lt1>
      <a:dk2>
        <a:srgbClr val="FEB530"/>
      </a:dk2>
      <a:lt2>
        <a:srgbClr val="F46123"/>
      </a:lt2>
      <a:accent1>
        <a:srgbClr val="1F8E2E"/>
      </a:accent1>
      <a:accent2>
        <a:srgbClr val="2E83C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F1F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ctricity Consumption Consulting by Slidesgo">
  <a:themeElements>
    <a:clrScheme name="Simple Light">
      <a:dk1>
        <a:srgbClr val="191919"/>
      </a:dk1>
      <a:lt1>
        <a:srgbClr val="E8E6D6"/>
      </a:lt1>
      <a:dk2>
        <a:srgbClr val="FEB530"/>
      </a:dk2>
      <a:lt2>
        <a:srgbClr val="F46123"/>
      </a:lt2>
      <a:accent1>
        <a:srgbClr val="1F8E2E"/>
      </a:accent1>
      <a:accent2>
        <a:srgbClr val="2E83C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F1F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